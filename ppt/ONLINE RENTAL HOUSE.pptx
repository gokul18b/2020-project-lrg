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4" autoAdjust="0"/>
    <p:restoredTop sz="94660"/>
  </p:normalViewPr>
  <p:slideViewPr>
    <p:cSldViewPr snapToGrid="0">
      <p:cViewPr varScale="1">
        <p:scale>
          <a:sx n="72" d="100"/>
          <a:sy n="72" d="100"/>
        </p:scale>
        <p:origin x="65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9600" cap="all"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C6E12D2-DA3A-480B-BCDF-BFB6C7EBE402}" type="datetimeFigureOut">
              <a:rPr lang="en-US" smtClean="0"/>
              <a:t>1/26/2021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F1BBC3DF-4D3E-4D62-AC24-223E50BCC8DF}" type="slidenum">
              <a:rPr lang="en-US" smtClean="0"/>
              <a:t>‹#›</a:t>
            </a:fld>
            <a:endParaRPr lang="en-US"/>
          </a:p>
        </p:txBody>
      </p:sp>
    </p:spTree>
    <p:extLst>
      <p:ext uri="{BB962C8B-B14F-4D97-AF65-F5344CB8AC3E}">
        <p14:creationId xmlns:p14="http://schemas.microsoft.com/office/powerpoint/2010/main" val="16607434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6E12D2-DA3A-480B-BCDF-BFB6C7EBE402}" type="datetimeFigureOut">
              <a:rPr lang="en-US" smtClean="0"/>
              <a:t>1/26/2021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BC3DF-4D3E-4D62-AC24-223E50BCC8DF}" type="slidenum">
              <a:rPr lang="en-US" smtClean="0"/>
              <a:t>‹#›</a:t>
            </a:fld>
            <a:endParaRPr lang="en-US"/>
          </a:p>
        </p:txBody>
      </p:sp>
    </p:spTree>
    <p:extLst>
      <p:ext uri="{BB962C8B-B14F-4D97-AF65-F5344CB8AC3E}">
        <p14:creationId xmlns:p14="http://schemas.microsoft.com/office/powerpoint/2010/main" val="9626980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93667" y="6272784"/>
            <a:ext cx="2644309" cy="365125"/>
          </a:xfrm>
        </p:spPr>
        <p:txBody>
          <a:bodyPr/>
          <a:lstStyle/>
          <a:p>
            <a:fld id="{1C6E12D2-DA3A-480B-BCDF-BFB6C7EBE402}" type="datetimeFigureOut">
              <a:rPr lang="en-US" smtClean="0"/>
              <a:t>1/26/2021</a:t>
            </a:fld>
            <a:endParaRPr lang="en-US"/>
          </a:p>
        </p:txBody>
      </p:sp>
      <p:sp>
        <p:nvSpPr>
          <p:cNvPr id="5" name="Footer Placeholder 4"/>
          <p:cNvSpPr>
            <a:spLocks noGrp="1"/>
          </p:cNvSpPr>
          <p:nvPr>
            <p:ph type="ftr" sz="quarter" idx="11"/>
          </p:nvPr>
        </p:nvSpPr>
        <p:spPr>
          <a:xfrm>
            <a:off x="2182708" y="6272784"/>
            <a:ext cx="6327648" cy="365125"/>
          </a:xfrm>
        </p:spPr>
        <p:txBody>
          <a:bodyPr/>
          <a:lstStyle/>
          <a:p>
            <a:endParaRPr lang="en-US"/>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F1BBC3DF-4D3E-4D62-AC24-223E50BCC8DF}" type="slidenum">
              <a:rPr lang="en-US" smtClean="0"/>
              <a:t>‹#›</a:t>
            </a:fld>
            <a:endParaRPr lang="en-US"/>
          </a:p>
        </p:txBody>
      </p:sp>
    </p:spTree>
    <p:extLst>
      <p:ext uri="{BB962C8B-B14F-4D97-AF65-F5344CB8AC3E}">
        <p14:creationId xmlns:p14="http://schemas.microsoft.com/office/powerpoint/2010/main" val="2846030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C6E12D2-DA3A-480B-BCDF-BFB6C7EBE402}" type="datetimeFigureOut">
              <a:rPr lang="en-US" smtClean="0"/>
              <a:t>1/26/2021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1BBC3DF-4D3E-4D62-AC24-223E50BCC8DF}" type="slidenum">
              <a:rPr lang="en-US" smtClean="0"/>
              <a:t>‹#›</a:t>
            </a:fld>
            <a:endParaRPr lang="en-US"/>
          </a:p>
        </p:txBody>
      </p:sp>
    </p:spTree>
    <p:extLst>
      <p:ext uri="{BB962C8B-B14F-4D97-AF65-F5344CB8AC3E}">
        <p14:creationId xmlns:p14="http://schemas.microsoft.com/office/powerpoint/2010/main" val="1898866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C6E12D2-DA3A-480B-BCDF-BFB6C7EBE402}" type="datetimeFigureOut">
              <a:rPr lang="en-US" smtClean="0"/>
              <a:t>1/26/2021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1BBC3DF-4D3E-4D62-AC24-223E50BCC8DF}" type="slidenum">
              <a:rPr lang="en-US" smtClean="0"/>
              <a:t>‹#›</a:t>
            </a:fld>
            <a:endParaRPr lang="en-US"/>
          </a:p>
        </p:txBody>
      </p:sp>
    </p:spTree>
    <p:extLst>
      <p:ext uri="{BB962C8B-B14F-4D97-AF65-F5344CB8AC3E}">
        <p14:creationId xmlns:p14="http://schemas.microsoft.com/office/powerpoint/2010/main" val="30003376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C6E12D2-DA3A-480B-BCDF-BFB6C7EBE402}" type="datetimeFigureOut">
              <a:rPr lang="en-US" smtClean="0"/>
              <a:t>1/26/2021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1BBC3DF-4D3E-4D62-AC24-223E50BCC8DF}" type="slidenum">
              <a:rPr lang="en-US" smtClean="0"/>
              <a:t>‹#›</a:t>
            </a:fld>
            <a:endParaRPr lang="en-US"/>
          </a:p>
        </p:txBody>
      </p:sp>
    </p:spTree>
    <p:extLst>
      <p:ext uri="{BB962C8B-B14F-4D97-AF65-F5344CB8AC3E}">
        <p14:creationId xmlns:p14="http://schemas.microsoft.com/office/powerpoint/2010/main" val="31985137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6E12D2-DA3A-480B-BCDF-BFB6C7EBE402}" type="datetimeFigureOut">
              <a:rPr lang="en-US" smtClean="0"/>
              <a:t>1/26/2021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1BBC3DF-4D3E-4D62-AC24-223E50BCC8DF}" type="slidenum">
              <a:rPr lang="en-US" smtClean="0"/>
              <a:t>‹#›</a:t>
            </a:fld>
            <a:endParaRPr lang="en-US"/>
          </a:p>
        </p:txBody>
      </p:sp>
    </p:spTree>
    <p:extLst>
      <p:ext uri="{BB962C8B-B14F-4D97-AF65-F5344CB8AC3E}">
        <p14:creationId xmlns:p14="http://schemas.microsoft.com/office/powerpoint/2010/main" val="32111919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6E12D2-DA3A-480B-BCDF-BFB6C7EBE402}" type="datetimeFigureOut">
              <a:rPr lang="en-US" smtClean="0"/>
              <a:t>1/26/2021</a:t>
            </a:fld>
            <a:endParaRPr lang="en-US"/>
          </a:p>
        </p:txBody>
      </p:sp>
      <p:sp>
        <p:nvSpPr>
          <p:cNvPr id="6" name="Footer Placeholder 5"/>
          <p:cNvSpPr>
            <a:spLocks noGrp="1"/>
          </p:cNvSpPr>
          <p:nvPr>
            <p:ph type="ftr" sz="quarter" idx="11"/>
          </p:nvPr>
        </p:nvSpPr>
        <p:spPr/>
        <p:txBody>
          <a:bodyPr/>
          <a:lstStyle/>
          <a:p>
            <a:endParaRPr lang="en-US"/>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F1BBC3DF-4D3E-4D62-AC24-223E50BCC8DF}" type="slidenum">
              <a:rPr lang="en-US" smtClean="0"/>
              <a:t>‹#›</a:t>
            </a:fld>
            <a:endParaRPr lang="en-US"/>
          </a:p>
        </p:txBody>
      </p:sp>
    </p:spTree>
    <p:extLst>
      <p:ext uri="{BB962C8B-B14F-4D97-AF65-F5344CB8AC3E}">
        <p14:creationId xmlns:p14="http://schemas.microsoft.com/office/powerpoint/2010/main" val="6911303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6E12D2-DA3A-480B-BCDF-BFB6C7EBE402}" type="datetimeFigureOut">
              <a:rPr lang="en-US" smtClean="0"/>
              <a:t>1/26/2021</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F1BBC3DF-4D3E-4D62-AC24-223E50BCC8DF}" type="slidenum">
              <a:rPr lang="en-US" smtClean="0"/>
              <a:t>‹#›</a:t>
            </a:fld>
            <a:endParaRPr lang="en-US"/>
          </a:p>
        </p:txBody>
      </p:sp>
    </p:spTree>
    <p:extLst>
      <p:ext uri="{BB962C8B-B14F-4D97-AF65-F5344CB8AC3E}">
        <p14:creationId xmlns:p14="http://schemas.microsoft.com/office/powerpoint/2010/main" val="41139261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6E12D2-DA3A-480B-BCDF-BFB6C7EBE402}" type="datetimeFigureOut">
              <a:rPr lang="en-US" smtClean="0"/>
              <a:t>1/26/2021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BC3DF-4D3E-4D62-AC24-223E50BCC8DF}" type="slidenum">
              <a:rPr lang="en-US" smtClean="0"/>
              <a:t>‹#›</a:t>
            </a:fld>
            <a:endParaRPr lang="en-US"/>
          </a:p>
        </p:txBody>
      </p:sp>
    </p:spTree>
    <p:extLst>
      <p:ext uri="{BB962C8B-B14F-4D97-AF65-F5344CB8AC3E}">
        <p14:creationId xmlns:p14="http://schemas.microsoft.com/office/powerpoint/2010/main" val="2660860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6E12D2-DA3A-480B-BCDF-BFB6C7EBE402}" type="datetimeFigureOut">
              <a:rPr lang="en-US" smtClean="0"/>
              <a:t>1/26/2021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1BBC3DF-4D3E-4D62-AC24-223E50BCC8DF}" type="slidenum">
              <a:rPr lang="en-US" smtClean="0"/>
              <a:t>‹#›</a:t>
            </a:fld>
            <a:endParaRPr lang="en-US"/>
          </a:p>
        </p:txBody>
      </p:sp>
    </p:spTree>
    <p:extLst>
      <p:ext uri="{BB962C8B-B14F-4D97-AF65-F5344CB8AC3E}">
        <p14:creationId xmlns:p14="http://schemas.microsoft.com/office/powerpoint/2010/main" val="9011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1C6E12D2-DA3A-480B-BCDF-BFB6C7EBE402}" type="datetimeFigureOut">
              <a:rPr lang="en-US" smtClean="0"/>
              <a:t>1/26/2021</a:t>
            </a:fld>
            <a:endParaRPr lang="en-US"/>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F1BBC3DF-4D3E-4D62-AC24-223E50BCC8DF}" type="slidenum">
              <a:rPr lang="en-US" smtClean="0"/>
              <a:t>‹#›</a:t>
            </a:fld>
            <a:endParaRPr lang="en-US"/>
          </a:p>
        </p:txBody>
      </p:sp>
    </p:spTree>
    <p:extLst>
      <p:ext uri="{BB962C8B-B14F-4D97-AF65-F5344CB8AC3E}">
        <p14:creationId xmlns:p14="http://schemas.microsoft.com/office/powerpoint/2010/main" val="1657961206"/>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7D079-2B1B-40AF-AEBC-3D4705E15124}"/>
              </a:ext>
            </a:extLst>
          </p:cNvPr>
          <p:cNvSpPr>
            <a:spLocks noGrp="1"/>
          </p:cNvSpPr>
          <p:nvPr>
            <p:ph type="ctrTitle"/>
          </p:nvPr>
        </p:nvSpPr>
        <p:spPr>
          <a:xfrm>
            <a:off x="2692398" y="2255444"/>
            <a:ext cx="6815669" cy="1515533"/>
          </a:xfrm>
        </p:spPr>
        <p:txBody>
          <a:bodyPr>
            <a:normAutofit fontScale="90000"/>
          </a:bodyPr>
          <a:lstStyle/>
          <a:p>
            <a:r>
              <a:rPr lang="en-US" dirty="0"/>
              <a:t>ONLINE RENTAL HOUSE</a:t>
            </a:r>
          </a:p>
        </p:txBody>
      </p:sp>
      <p:sp>
        <p:nvSpPr>
          <p:cNvPr id="3" name="Subtitle 2">
            <a:extLst>
              <a:ext uri="{FF2B5EF4-FFF2-40B4-BE49-F238E27FC236}">
                <a16:creationId xmlns:a16="http://schemas.microsoft.com/office/drawing/2014/main" id="{B9534E64-7AE3-404E-B86A-B8C0536DD8AE}"/>
              </a:ext>
            </a:extLst>
          </p:cNvPr>
          <p:cNvSpPr>
            <a:spLocks noGrp="1"/>
          </p:cNvSpPr>
          <p:nvPr>
            <p:ph type="subTitle" idx="1"/>
          </p:nvPr>
        </p:nvSpPr>
        <p:spPr>
          <a:xfrm>
            <a:off x="2692398" y="3962397"/>
            <a:ext cx="6815669" cy="1320802"/>
          </a:xfrm>
        </p:spPr>
        <p:txBody>
          <a:bodyPr/>
          <a:lstStyle/>
          <a:p>
            <a:endParaRPr lang="en-US" dirty="0"/>
          </a:p>
        </p:txBody>
      </p:sp>
    </p:spTree>
    <p:extLst>
      <p:ext uri="{BB962C8B-B14F-4D97-AF65-F5344CB8AC3E}">
        <p14:creationId xmlns:p14="http://schemas.microsoft.com/office/powerpoint/2010/main" val="15472922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8DFE3D-CF41-4632-AEB2-4BE6F92E974B}"/>
              </a:ext>
            </a:extLst>
          </p:cNvPr>
          <p:cNvSpPr>
            <a:spLocks noGrp="1"/>
          </p:cNvSpPr>
          <p:nvPr>
            <p:ph type="title"/>
          </p:nvPr>
        </p:nvSpPr>
        <p:spPr/>
        <p:txBody>
          <a:bodyPr/>
          <a:lstStyle/>
          <a:p>
            <a:r>
              <a:rPr lang="en-US" dirty="0"/>
              <a:t>ABSTRACT</a:t>
            </a:r>
          </a:p>
        </p:txBody>
      </p:sp>
      <p:sp>
        <p:nvSpPr>
          <p:cNvPr id="3" name="Content Placeholder 2">
            <a:extLst>
              <a:ext uri="{FF2B5EF4-FFF2-40B4-BE49-F238E27FC236}">
                <a16:creationId xmlns:a16="http://schemas.microsoft.com/office/drawing/2014/main" id="{5854B835-7BC2-467F-A535-7DE21884A81B}"/>
              </a:ext>
            </a:extLst>
          </p:cNvPr>
          <p:cNvSpPr>
            <a:spLocks noGrp="1"/>
          </p:cNvSpPr>
          <p:nvPr>
            <p:ph idx="1"/>
          </p:nvPr>
        </p:nvSpPr>
        <p:spPr/>
        <p:txBody>
          <a:bodyPr>
            <a:normAutofit lnSpcReduction="10000"/>
          </a:bodyPr>
          <a:lstStyle/>
          <a:p>
            <a:pPr marL="0" marR="0" indent="457200">
              <a:lnSpc>
                <a:spcPct val="150000"/>
              </a:lnSpc>
              <a:spcBef>
                <a:spcPts val="0"/>
              </a:spcBef>
              <a:spcAft>
                <a:spcPts val="800"/>
              </a:spcAft>
            </a:pPr>
            <a:r>
              <a:rPr lang="en-US" sz="1800" dirty="0">
                <a:effectLst/>
                <a:latin typeface="Calibri" panose="020F0502020204030204" pitchFamily="34" charset="0"/>
                <a:ea typeface="Calibri" panose="020F0502020204030204" pitchFamily="34" charset="0"/>
                <a:cs typeface="Times New Roman" panose="02020603050405020304" pitchFamily="18" charset="0"/>
              </a:rPr>
              <a:t>This Web Application helps user to register individual home or apartment to assist you in finding the perfect rental home or property. Also, we can find your next rental from search view in your targeted area. This website is designed to attend to all our needs from buying property, selling property or renting/leasing of property in India. Here we found the better opportunity to invest our value of entire life. Property helps us to maintain the database of various property &amp; agents’ information. It not only helps us to maintain the agent information but here we also allow agents to access the portal updated information across the global environment. We know it is a tiring to call individual property agents, arrange appointment, finding better time for appointment and they will assist you. For such complex process we provide a one simple online form which requires your basic information and we will assist in sort time period.</a:t>
            </a:r>
          </a:p>
        </p:txBody>
      </p:sp>
    </p:spTree>
    <p:extLst>
      <p:ext uri="{BB962C8B-B14F-4D97-AF65-F5344CB8AC3E}">
        <p14:creationId xmlns:p14="http://schemas.microsoft.com/office/powerpoint/2010/main" val="1446555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8D01C-8D37-4F3A-B329-D9C66B48A509}"/>
              </a:ext>
            </a:extLst>
          </p:cNvPr>
          <p:cNvSpPr>
            <a:spLocks noGrp="1"/>
          </p:cNvSpPr>
          <p:nvPr>
            <p:ph type="title"/>
          </p:nvPr>
        </p:nvSpPr>
        <p:spPr/>
        <p:txBody>
          <a:bodyPr/>
          <a:lstStyle/>
          <a:p>
            <a:r>
              <a:rPr lang="en-US" sz="1800" b="1" dirty="0">
                <a:effectLst/>
                <a:latin typeface="Times New Roman" panose="02020603050405020304" pitchFamily="18" charset="0"/>
                <a:ea typeface="Calibri" panose="020F0502020204030204" pitchFamily="34" charset="0"/>
              </a:rPr>
              <a:t> HARDWARE SPECFICATION</a:t>
            </a:r>
            <a:endParaRPr lang="en-US" dirty="0"/>
          </a:p>
        </p:txBody>
      </p:sp>
      <p:sp>
        <p:nvSpPr>
          <p:cNvPr id="3" name="Content Placeholder 2">
            <a:extLst>
              <a:ext uri="{FF2B5EF4-FFF2-40B4-BE49-F238E27FC236}">
                <a16:creationId xmlns:a16="http://schemas.microsoft.com/office/drawing/2014/main" id="{D5EC0356-6C79-4D24-998C-29DE6C39D1B9}"/>
              </a:ext>
            </a:extLst>
          </p:cNvPr>
          <p:cNvSpPr>
            <a:spLocks noGrp="1"/>
          </p:cNvSpPr>
          <p:nvPr>
            <p:ph idx="1"/>
          </p:nvPr>
        </p:nvSpPr>
        <p:spPr/>
        <p:txBody>
          <a:bodyPr/>
          <a:lstStyle/>
          <a:p>
            <a:pPr marL="342900" marR="0" lvl="0" indent="-342900">
              <a:lnSpc>
                <a:spcPct val="150000"/>
              </a:lnSpc>
              <a:spcBef>
                <a:spcPts val="0"/>
              </a:spcBef>
              <a:spcAft>
                <a:spcPts val="1000"/>
              </a:spcAft>
              <a:buSzPts val="1200"/>
              <a:buFont typeface="Wingdings" panose="05000000000000000000" pitchFamily="2" charset="2"/>
              <a:buChar char=""/>
              <a:tabLst>
                <a:tab pos="266700" algn="l"/>
              </a:tabLst>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Processor				:  P 4 700 GHz.</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1000"/>
              </a:spcAft>
              <a:buSzPts val="1200"/>
              <a:buFont typeface="Wingdings" panose="05000000000000000000" pitchFamily="2" charset="2"/>
              <a:buChar char=""/>
              <a:tabLst>
                <a:tab pos="266700" algn="l"/>
              </a:tabLst>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RAM					:  4 GB RAM</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1000"/>
              </a:spcAft>
              <a:buSzPts val="1200"/>
              <a:buFont typeface="Wingdings" panose="05000000000000000000" pitchFamily="2" charset="2"/>
              <a:buChar char=""/>
              <a:tabLst>
                <a:tab pos="266700" algn="l"/>
              </a:tabLst>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Hard Disk Drive			:  180 GB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1448134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503AC-872F-4E85-AEE2-7A8E7C5BC087}"/>
              </a:ext>
            </a:extLst>
          </p:cNvPr>
          <p:cNvSpPr>
            <a:spLocks noGrp="1"/>
          </p:cNvSpPr>
          <p:nvPr>
            <p:ph type="title"/>
          </p:nvPr>
        </p:nvSpPr>
        <p:spPr/>
        <p:txBody>
          <a:bodyPr/>
          <a:lstStyle/>
          <a:p>
            <a:r>
              <a:rPr lang="en-US" sz="1800" b="1" dirty="0">
                <a:solidFill>
                  <a:srgbClr val="000000"/>
                </a:solidFill>
                <a:effectLst/>
                <a:latin typeface="Times New Roman" panose="02020603050405020304" pitchFamily="18" charset="0"/>
                <a:ea typeface="Times New Roman" panose="02020603050405020304" pitchFamily="18" charset="0"/>
              </a:rPr>
              <a:t> SOFTWARE SPECIFICATION</a:t>
            </a:r>
            <a:br>
              <a:rPr lang="en-US" sz="1800" dirty="0">
                <a:effectLst/>
                <a:latin typeface="Times New Roman" panose="02020603050405020304" pitchFamily="18" charset="0"/>
                <a:ea typeface="Times New Roman" panose="02020603050405020304" pitchFamily="18" charset="0"/>
              </a:rPr>
            </a:br>
            <a:endParaRPr lang="en-US" dirty="0"/>
          </a:p>
        </p:txBody>
      </p:sp>
      <p:sp>
        <p:nvSpPr>
          <p:cNvPr id="3" name="Content Placeholder 2">
            <a:extLst>
              <a:ext uri="{FF2B5EF4-FFF2-40B4-BE49-F238E27FC236}">
                <a16:creationId xmlns:a16="http://schemas.microsoft.com/office/drawing/2014/main" id="{7F785B1C-3FC4-43FE-88A7-4F680B15B227}"/>
              </a:ext>
            </a:extLst>
          </p:cNvPr>
          <p:cNvSpPr>
            <a:spLocks noGrp="1"/>
          </p:cNvSpPr>
          <p:nvPr>
            <p:ph idx="1"/>
          </p:nvPr>
        </p:nvSpPr>
        <p:spPr/>
        <p:txBody>
          <a:bodyPr/>
          <a:lstStyle/>
          <a:p>
            <a:pPr marL="342900" marR="0" lvl="0" indent="-342900">
              <a:lnSpc>
                <a:spcPct val="150000"/>
              </a:lnSpc>
              <a:spcBef>
                <a:spcPts val="0"/>
              </a:spcBef>
              <a:spcAft>
                <a:spcPts val="1000"/>
              </a:spcAft>
              <a:buFont typeface="Symbol" panose="05050102010706020507" pitchFamily="18" charset="2"/>
              <a:buChar char=""/>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Operating System 			:  Windows 7/8/10</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1000"/>
              </a:spcAft>
              <a:buFont typeface="Symbol" panose="05050102010706020507" pitchFamily="18" charset="2"/>
              <a:buChar char=""/>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Front End					:  JAVA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1000"/>
              </a:spcAft>
              <a:buFont typeface="Symbol" panose="05050102010706020507" pitchFamily="18" charset="2"/>
              <a:buChar char=""/>
            </a:pPr>
            <a:r>
              <a:rPr lang="en-US" sz="1800" dirty="0">
                <a:effectLst/>
                <a:latin typeface="Times New Roman" panose="02020603050405020304" pitchFamily="18" charset="0"/>
                <a:ea typeface="Calibri" panose="020F0502020204030204" pitchFamily="34" charset="0"/>
                <a:cs typeface="Times New Roman" panose="02020603050405020304" pitchFamily="18" charset="0"/>
              </a:rPr>
              <a:t>Back End					:  SQL</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13000"/>
              </a:lnSpc>
              <a:spcAft>
                <a:spcPts val="1000"/>
              </a:spcAft>
            </a:pPr>
            <a:br>
              <a:rPr lang="en-US" sz="1800" b="1" dirty="0">
                <a:effectLst/>
                <a:latin typeface="Times New Roman" panose="02020603050405020304" pitchFamily="18" charset="0"/>
                <a:ea typeface="Calibri" panose="020F0502020204030204" pitchFamily="34" charset="0"/>
              </a:rPr>
            </a:br>
            <a:r>
              <a:rPr lang="en-US" sz="1800" b="1"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US" sz="1800" dirty="0">
              <a:effectLst/>
              <a:latin typeface="Calibri" panose="020F0502020204030204" pitchFamily="34" charset="0"/>
              <a:ea typeface="Times New Roman" panose="02020603050405020304" pitchFamily="18"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4478363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6AEBB-53AB-4615-9F17-8505694A5C4F}"/>
              </a:ext>
            </a:extLst>
          </p:cNvPr>
          <p:cNvSpPr>
            <a:spLocks noGrp="1"/>
          </p:cNvSpPr>
          <p:nvPr>
            <p:ph type="title"/>
          </p:nvPr>
        </p:nvSpPr>
        <p:spPr/>
        <p:txBody>
          <a:bodyPr/>
          <a:lstStyle/>
          <a:p>
            <a:r>
              <a:rPr lang="en-US" dirty="0"/>
              <a:t>EXISTING SYSTEM</a:t>
            </a:r>
          </a:p>
        </p:txBody>
      </p:sp>
      <p:sp>
        <p:nvSpPr>
          <p:cNvPr id="3" name="Content Placeholder 2">
            <a:extLst>
              <a:ext uri="{FF2B5EF4-FFF2-40B4-BE49-F238E27FC236}">
                <a16:creationId xmlns:a16="http://schemas.microsoft.com/office/drawing/2014/main" id="{B678DDFF-0C1F-4E6A-A7AF-6FD81C2BA9CF}"/>
              </a:ext>
            </a:extLst>
          </p:cNvPr>
          <p:cNvSpPr>
            <a:spLocks noGrp="1"/>
          </p:cNvSpPr>
          <p:nvPr>
            <p:ph idx="1"/>
          </p:nvPr>
        </p:nvSpPr>
        <p:spPr/>
        <p:txBody>
          <a:bodyPr>
            <a:normAutofit/>
          </a:bodyPr>
          <a:lstStyle/>
          <a:p>
            <a:pPr marL="0" marR="0">
              <a:lnSpc>
                <a:spcPct val="150000"/>
              </a:lnSpc>
              <a:spcBef>
                <a:spcPts val="0"/>
              </a:spcBef>
              <a:spcAft>
                <a:spcPts val="800"/>
              </a:spcAft>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The housing sector remains vigilant to face the challenges of the change of the existing system. People migrating to other cities or states either for different purposes. Finding a shelter, which fits all the requirements of the customer is hard, most of them don’t match their needs.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50000"/>
              </a:lnSpc>
              <a:spcBef>
                <a:spcPts val="0"/>
              </a:spcBef>
              <a:spcAft>
                <a:spcPts val="800"/>
              </a:spcAft>
            </a:pPr>
            <a:r>
              <a:rPr lang="en-US" sz="1800" b="1" kern="100" dirty="0">
                <a:effectLst/>
                <a:latin typeface="Times New Roman" panose="02020603050405020304" pitchFamily="18" charset="0"/>
                <a:ea typeface="Calibri" panose="020F0502020204030204" pitchFamily="34" charset="0"/>
                <a:cs typeface="Times New Roman" panose="02020603050405020304" pitchFamily="18" charset="0"/>
              </a:rPr>
              <a:t>DISADVANTAGES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0"/>
              </a:spcAft>
              <a:buFont typeface="Symbol" panose="05050102010706020507" pitchFamily="18" charset="2"/>
              <a:buChar char=""/>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Very hard to find the way for houses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0"/>
              </a:spcAft>
              <a:buFont typeface="Symbol" panose="05050102010706020507" pitchFamily="18" charset="2"/>
              <a:buChar char=""/>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We need to provide more commission to search house.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800"/>
              </a:spcAft>
              <a:buFont typeface="Symbol" panose="05050102010706020507" pitchFamily="18" charset="2"/>
              <a:buChar char=""/>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Everyone is not comfortable to follow this.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9029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4710-71A8-410A-85F1-3F6B0BE3FAC7}"/>
              </a:ext>
            </a:extLst>
          </p:cNvPr>
          <p:cNvSpPr>
            <a:spLocks noGrp="1"/>
          </p:cNvSpPr>
          <p:nvPr>
            <p:ph type="title"/>
          </p:nvPr>
        </p:nvSpPr>
        <p:spPr/>
        <p:txBody>
          <a:bodyPr/>
          <a:lstStyle/>
          <a:p>
            <a:r>
              <a:rPr lang="en-US" dirty="0"/>
              <a:t>PROPOSED SYSTEM</a:t>
            </a:r>
          </a:p>
        </p:txBody>
      </p:sp>
      <p:sp>
        <p:nvSpPr>
          <p:cNvPr id="3" name="Content Placeholder 2">
            <a:extLst>
              <a:ext uri="{FF2B5EF4-FFF2-40B4-BE49-F238E27FC236}">
                <a16:creationId xmlns:a16="http://schemas.microsoft.com/office/drawing/2014/main" id="{76E19CB4-FA1C-4ED5-AFF1-B82455ED53A4}"/>
              </a:ext>
            </a:extLst>
          </p:cNvPr>
          <p:cNvSpPr>
            <a:spLocks noGrp="1"/>
          </p:cNvSpPr>
          <p:nvPr>
            <p:ph idx="1"/>
          </p:nvPr>
        </p:nvSpPr>
        <p:spPr/>
        <p:txBody>
          <a:bodyPr>
            <a:normAutofit/>
          </a:bodyPr>
          <a:lstStyle/>
          <a:p>
            <a:pPr marL="0" marR="0">
              <a:lnSpc>
                <a:spcPct val="150000"/>
              </a:lnSpc>
              <a:spcBef>
                <a:spcPts val="0"/>
              </a:spcBef>
              <a:spcAft>
                <a:spcPts val="800"/>
              </a:spcAft>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This system is take care for sales the house via application, the admin can be access to upload the house details, once the uploaded with photo user can getting attractive and more happy to visit the house, the purpose of this software is an user friendly.</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50000"/>
              </a:lnSpc>
              <a:spcBef>
                <a:spcPts val="0"/>
              </a:spcBef>
              <a:spcAft>
                <a:spcPts val="800"/>
              </a:spcAft>
            </a:pPr>
            <a:r>
              <a:rPr lang="en-US" sz="1800" b="1" kern="100"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50000"/>
              </a:lnSpc>
              <a:spcBef>
                <a:spcPts val="0"/>
              </a:spcBef>
              <a:spcAft>
                <a:spcPts val="800"/>
              </a:spcAft>
            </a:pPr>
            <a:r>
              <a:rPr lang="en-US" sz="1800" b="1" kern="100" dirty="0">
                <a:effectLst/>
                <a:latin typeface="Times New Roman" panose="02020603050405020304" pitchFamily="18" charset="0"/>
                <a:ea typeface="Calibri" panose="020F0502020204030204" pitchFamily="34" charset="0"/>
                <a:cs typeface="Times New Roman" panose="02020603050405020304" pitchFamily="18" charset="0"/>
              </a:rPr>
              <a:t>ADVANTAGES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0"/>
              </a:spcAft>
              <a:buFont typeface="Symbol" panose="05050102010706020507" pitchFamily="18" charset="2"/>
              <a:buChar char=""/>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Every user can visit the page after the registration</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0"/>
              </a:spcAft>
              <a:buFont typeface="Symbol" panose="05050102010706020507" pitchFamily="18" charset="2"/>
              <a:buChar char=""/>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Once the process has been done admin directly reach you, you don’t need to collect the details.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50000"/>
              </a:lnSpc>
              <a:spcBef>
                <a:spcPts val="0"/>
              </a:spcBef>
              <a:spcAft>
                <a:spcPts val="800"/>
              </a:spcAft>
              <a:buFont typeface="Symbol" panose="05050102010706020507" pitchFamily="18" charset="2"/>
              <a:buChar char=""/>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All the process has been handling into the single application.</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8606351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82E879-44E2-4AFC-91C1-A644CA698A8B}"/>
              </a:ext>
            </a:extLst>
          </p:cNvPr>
          <p:cNvSpPr>
            <a:spLocks noGrp="1"/>
          </p:cNvSpPr>
          <p:nvPr>
            <p:ph type="title"/>
          </p:nvPr>
        </p:nvSpPr>
        <p:spPr/>
        <p:txBody>
          <a:bodyPr/>
          <a:lstStyle/>
          <a:p>
            <a:r>
              <a:rPr lang="en-US" dirty="0"/>
              <a:t>Modules</a:t>
            </a:r>
          </a:p>
        </p:txBody>
      </p:sp>
      <p:sp>
        <p:nvSpPr>
          <p:cNvPr id="3" name="Content Placeholder 2">
            <a:extLst>
              <a:ext uri="{FF2B5EF4-FFF2-40B4-BE49-F238E27FC236}">
                <a16:creationId xmlns:a16="http://schemas.microsoft.com/office/drawing/2014/main" id="{C08555ED-5306-4AC3-82F6-94DC618DC81F}"/>
              </a:ext>
            </a:extLst>
          </p:cNvPr>
          <p:cNvSpPr>
            <a:spLocks noGrp="1"/>
          </p:cNvSpPr>
          <p:nvPr>
            <p:ph idx="1"/>
          </p:nvPr>
        </p:nvSpPr>
        <p:spPr/>
        <p:txBody>
          <a:bodyPr>
            <a:normAutofit/>
          </a:bodyPr>
          <a:lstStyle/>
          <a:p>
            <a:pPr marL="0" marR="0" lvl="0" indent="0">
              <a:lnSpc>
                <a:spcPct val="150000"/>
              </a:lnSpc>
              <a:spcBef>
                <a:spcPts val="0"/>
              </a:spcBef>
              <a:spcAft>
                <a:spcPts val="800"/>
              </a:spcAft>
              <a:buNone/>
            </a:pPr>
            <a:r>
              <a:rPr lang="en-US" sz="1800" b="1" dirty="0">
                <a:effectLst/>
                <a:latin typeface="Calibri" panose="020F0502020204030204" pitchFamily="34" charset="0"/>
                <a:ea typeface="Calibri" panose="020F0502020204030204" pitchFamily="34" charset="0"/>
                <a:cs typeface="Times New Roman" panose="02020603050405020304" pitchFamily="18" charset="0"/>
              </a:rPr>
              <a:t>User Registration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457200" marR="0" indent="457200">
              <a:lnSpc>
                <a:spcPct val="150000"/>
              </a:lnSpc>
              <a:spcBef>
                <a:spcPts val="0"/>
              </a:spcBef>
              <a:spcAft>
                <a:spcPts val="800"/>
              </a:spcAft>
            </a:pPr>
            <a:r>
              <a:rPr lang="en-US" sz="1800" dirty="0">
                <a:effectLst/>
                <a:latin typeface="Calibri" panose="020F0502020204030204" pitchFamily="34" charset="0"/>
                <a:ea typeface="Calibri" panose="020F0502020204030204" pitchFamily="34" charset="0"/>
                <a:cs typeface="Times New Roman" panose="02020603050405020304" pitchFamily="18" charset="0"/>
              </a:rPr>
              <a:t>When the user needs to search home or anything, should need to register. Once the user has been registered with username and password, they can able to login.</a:t>
            </a:r>
          </a:p>
          <a:p>
            <a:pPr marL="0" marR="0" lvl="0" indent="0">
              <a:lnSpc>
                <a:spcPct val="150000"/>
              </a:lnSpc>
              <a:spcBef>
                <a:spcPts val="0"/>
              </a:spcBef>
              <a:spcAft>
                <a:spcPts val="0"/>
              </a:spcAft>
              <a:buNone/>
            </a:pPr>
            <a:r>
              <a:rPr lang="en-US" sz="1800" b="1" dirty="0">
                <a:effectLst/>
                <a:latin typeface="Calibri" panose="020F0502020204030204" pitchFamily="34" charset="0"/>
                <a:ea typeface="Calibri" panose="020F0502020204030204" pitchFamily="34" charset="0"/>
                <a:cs typeface="Times New Roman" panose="02020603050405020304" pitchFamily="18" charset="0"/>
              </a:rPr>
              <a:t>Add Houses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457200" marR="0">
              <a:lnSpc>
                <a:spcPct val="150000"/>
              </a:lnSpc>
              <a:spcBef>
                <a:spcPts val="0"/>
              </a:spcBef>
              <a:spcAft>
                <a:spcPts val="800"/>
              </a:spcAft>
            </a:pPr>
            <a:r>
              <a:rPr lang="en-US" sz="1800" dirty="0">
                <a:effectLst/>
                <a:latin typeface="Calibri" panose="020F0502020204030204" pitchFamily="34" charset="0"/>
                <a:ea typeface="Calibri" panose="020F0502020204030204" pitchFamily="34" charset="0"/>
                <a:cs typeface="Times New Roman" panose="02020603050405020304" pitchFamily="18" charset="0"/>
              </a:rPr>
              <a:t>	The main role of admin for create the house and house details, also upload house images. Which details can be viewed in the user page, once the user liked can book it	</a:t>
            </a:r>
          </a:p>
        </p:txBody>
      </p:sp>
    </p:spTree>
    <p:extLst>
      <p:ext uri="{BB962C8B-B14F-4D97-AF65-F5344CB8AC3E}">
        <p14:creationId xmlns:p14="http://schemas.microsoft.com/office/powerpoint/2010/main" val="42150257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0C2D7-81D8-4BA8-8D90-F0EA842C950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B8F9E25-F29C-4FEA-ACB4-6D6057146BE7}"/>
              </a:ext>
            </a:extLst>
          </p:cNvPr>
          <p:cNvSpPr>
            <a:spLocks noGrp="1"/>
          </p:cNvSpPr>
          <p:nvPr>
            <p:ph idx="1"/>
          </p:nvPr>
        </p:nvSpPr>
        <p:spPr/>
        <p:txBody>
          <a:bodyPr>
            <a:normAutofit lnSpcReduction="10000"/>
          </a:bodyPr>
          <a:lstStyle/>
          <a:p>
            <a:pPr marL="0" marR="0" lvl="0" indent="0">
              <a:lnSpc>
                <a:spcPct val="150000"/>
              </a:lnSpc>
              <a:spcBef>
                <a:spcPts val="0"/>
              </a:spcBef>
              <a:spcAft>
                <a:spcPts val="0"/>
              </a:spcAft>
              <a:buNone/>
            </a:pPr>
            <a:r>
              <a:rPr lang="en-US" sz="1800" b="1" dirty="0">
                <a:effectLst/>
                <a:latin typeface="Calibri" panose="020F0502020204030204" pitchFamily="34" charset="0"/>
                <a:ea typeface="Calibri" panose="020F0502020204030204" pitchFamily="34" charset="0"/>
                <a:cs typeface="Times New Roman" panose="02020603050405020304" pitchFamily="18" charset="0"/>
              </a:rPr>
              <a:t>Houses Details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457200" marR="0">
              <a:lnSpc>
                <a:spcPct val="150000"/>
              </a:lnSpc>
              <a:spcBef>
                <a:spcPts val="0"/>
              </a:spcBef>
              <a:spcAft>
                <a:spcPts val="0"/>
              </a:spcAft>
            </a:pPr>
            <a:r>
              <a:rPr lang="en-US" sz="1800" dirty="0">
                <a:effectLst/>
                <a:latin typeface="Calibri" panose="020F0502020204030204" pitchFamily="34" charset="0"/>
                <a:ea typeface="Calibri" panose="020F0502020204030204" pitchFamily="34" charset="0"/>
                <a:cs typeface="Times New Roman" panose="02020603050405020304" pitchFamily="18" charset="0"/>
              </a:rPr>
              <a:t>	The registered houses are showing in the home page, after login user can view the page, admin also can be modified the house details as well. Once the house has been booked, we don’t show to the other users.	</a:t>
            </a:r>
          </a:p>
          <a:p>
            <a:pPr marL="0" marR="0" lvl="0" indent="0">
              <a:lnSpc>
                <a:spcPct val="150000"/>
              </a:lnSpc>
              <a:spcBef>
                <a:spcPts val="0"/>
              </a:spcBef>
              <a:spcAft>
                <a:spcPts val="0"/>
              </a:spcAft>
              <a:buNone/>
            </a:pPr>
            <a:r>
              <a:rPr lang="en-US" sz="1800" b="1" dirty="0">
                <a:effectLst/>
                <a:latin typeface="Calibri" panose="020F0502020204030204" pitchFamily="34" charset="0"/>
                <a:ea typeface="Calibri" panose="020F0502020204030204" pitchFamily="34" charset="0"/>
                <a:cs typeface="Times New Roman" panose="02020603050405020304" pitchFamily="18" charset="0"/>
              </a:rPr>
              <a:t>Booking House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457200" marR="0" indent="457200">
              <a:lnSpc>
                <a:spcPct val="150000"/>
              </a:lnSpc>
              <a:spcBef>
                <a:spcPts val="0"/>
              </a:spcBef>
              <a:spcAft>
                <a:spcPts val="0"/>
              </a:spcAft>
            </a:pPr>
            <a:r>
              <a:rPr lang="en-US" sz="1800" dirty="0">
                <a:effectLst/>
                <a:latin typeface="Calibri" panose="020F0502020204030204" pitchFamily="34" charset="0"/>
                <a:ea typeface="Calibri" panose="020F0502020204030204" pitchFamily="34" charset="0"/>
                <a:cs typeface="Times New Roman" panose="02020603050405020304" pitchFamily="18" charset="0"/>
              </a:rPr>
              <a:t>If user liked house, the user can book the house via this application, after the booking admin will get notify and reach them customer.</a:t>
            </a:r>
          </a:p>
          <a:p>
            <a:pPr marL="0" marR="0" lvl="0" indent="0">
              <a:lnSpc>
                <a:spcPct val="150000"/>
              </a:lnSpc>
              <a:spcBef>
                <a:spcPts val="0"/>
              </a:spcBef>
              <a:spcAft>
                <a:spcPts val="0"/>
              </a:spcAft>
              <a:buNone/>
            </a:pPr>
            <a:r>
              <a:rPr lang="en-US" sz="1800" b="1" dirty="0">
                <a:effectLst/>
                <a:latin typeface="Calibri" panose="020F0502020204030204" pitchFamily="34" charset="0"/>
                <a:ea typeface="Calibri" panose="020F0502020204030204" pitchFamily="34" charset="0"/>
                <a:cs typeface="Times New Roman" panose="02020603050405020304" pitchFamily="18" charset="0"/>
              </a:rPr>
              <a:t>House Images Upload &amp; download</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457200" marR="0" indent="457200">
              <a:lnSpc>
                <a:spcPct val="150000"/>
              </a:lnSpc>
              <a:spcBef>
                <a:spcPts val="0"/>
              </a:spcBef>
              <a:spcAft>
                <a:spcPts val="800"/>
              </a:spcAft>
            </a:pPr>
            <a:r>
              <a:rPr lang="en-US" sz="1800" dirty="0">
                <a:effectLst/>
                <a:latin typeface="Calibri" panose="020F0502020204030204" pitchFamily="34" charset="0"/>
                <a:ea typeface="Calibri" panose="020F0502020204030204" pitchFamily="34" charset="0"/>
                <a:cs typeface="Times New Roman" panose="02020603050405020304" pitchFamily="18" charset="0"/>
              </a:rPr>
              <a:t>We have good option to provide the house images and uploading in to the server, if the user needs the pics just, we gave download option also there in the user page screen</a:t>
            </a:r>
          </a:p>
        </p:txBody>
      </p:sp>
    </p:spTree>
    <p:extLst>
      <p:ext uri="{BB962C8B-B14F-4D97-AF65-F5344CB8AC3E}">
        <p14:creationId xmlns:p14="http://schemas.microsoft.com/office/powerpoint/2010/main" val="2024169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0D388-6C07-4546-918A-2B5A67408456}"/>
              </a:ext>
            </a:extLst>
          </p:cNvPr>
          <p:cNvSpPr>
            <a:spLocks noGrp="1"/>
          </p:cNvSpPr>
          <p:nvPr>
            <p:ph type="title"/>
          </p:nvPr>
        </p:nvSpPr>
        <p:spPr/>
        <p:txBody>
          <a:bodyPr/>
          <a:lstStyle/>
          <a:p>
            <a:r>
              <a:rPr lang="en-US" dirty="0"/>
              <a:t>Data Flow Diagram</a:t>
            </a:r>
          </a:p>
        </p:txBody>
      </p:sp>
      <p:sp>
        <p:nvSpPr>
          <p:cNvPr id="3" name="Content Placeholder 2">
            <a:extLst>
              <a:ext uri="{FF2B5EF4-FFF2-40B4-BE49-F238E27FC236}">
                <a16:creationId xmlns:a16="http://schemas.microsoft.com/office/drawing/2014/main" id="{4302C280-D2B7-46AA-9A87-E36DB7A0CB3D}"/>
              </a:ext>
            </a:extLst>
          </p:cNvPr>
          <p:cNvSpPr>
            <a:spLocks noGrp="1"/>
          </p:cNvSpPr>
          <p:nvPr>
            <p:ph idx="1"/>
          </p:nvPr>
        </p:nvSpPr>
        <p:spPr/>
        <p:txBody>
          <a:bodyPr/>
          <a:lstStyle/>
          <a:p>
            <a:r>
              <a:rPr lang="en-US" dirty="0"/>
              <a:t>Level 0</a:t>
            </a:r>
          </a:p>
          <a:p>
            <a:pPr marL="0" indent="0">
              <a:buNone/>
            </a:pPr>
            <a:endParaRPr lang="en-US" dirty="0"/>
          </a:p>
          <a:p>
            <a:pPr marL="0" indent="0">
              <a:buNone/>
            </a:pPr>
            <a:endParaRPr lang="en-US" dirty="0"/>
          </a:p>
        </p:txBody>
      </p:sp>
      <p:pic>
        <p:nvPicPr>
          <p:cNvPr id="6" name="Picture 5">
            <a:extLst>
              <a:ext uri="{FF2B5EF4-FFF2-40B4-BE49-F238E27FC236}">
                <a16:creationId xmlns:a16="http://schemas.microsoft.com/office/drawing/2014/main" id="{3D7A7090-F128-4FCD-B536-1D5B58837960}"/>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819842" y="3015614"/>
            <a:ext cx="5469932" cy="1556385"/>
          </a:xfrm>
          <a:prstGeom prst="rect">
            <a:avLst/>
          </a:prstGeom>
          <a:noFill/>
          <a:ln>
            <a:noFill/>
          </a:ln>
        </p:spPr>
      </p:pic>
    </p:spTree>
    <p:extLst>
      <p:ext uri="{BB962C8B-B14F-4D97-AF65-F5344CB8AC3E}">
        <p14:creationId xmlns:p14="http://schemas.microsoft.com/office/powerpoint/2010/main" val="3590689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C1EEFF-B3ED-40E0-9C29-20B24F396040}"/>
              </a:ext>
            </a:extLst>
          </p:cNvPr>
          <p:cNvSpPr>
            <a:spLocks noGrp="1"/>
          </p:cNvSpPr>
          <p:nvPr>
            <p:ph type="title"/>
          </p:nvPr>
        </p:nvSpPr>
        <p:spPr/>
        <p:txBody>
          <a:bodyPr/>
          <a:lstStyle/>
          <a:p>
            <a:pPr algn="l"/>
            <a:r>
              <a:rPr lang="en-US" dirty="0"/>
              <a:t>Level 1:</a:t>
            </a:r>
          </a:p>
        </p:txBody>
      </p:sp>
      <p:sp>
        <p:nvSpPr>
          <p:cNvPr id="4" name="Content Placeholder 3">
            <a:extLst>
              <a:ext uri="{FF2B5EF4-FFF2-40B4-BE49-F238E27FC236}">
                <a16:creationId xmlns:a16="http://schemas.microsoft.com/office/drawing/2014/main" id="{A02CD52B-02E9-4F25-9C21-3ED0614DCD25}"/>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CF16D997-CBB0-448E-9747-0CE8DD6D17E4}"/>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3990022" y="1537017"/>
            <a:ext cx="5472030" cy="4635183"/>
          </a:xfrm>
          <a:prstGeom prst="rect">
            <a:avLst/>
          </a:prstGeom>
          <a:noFill/>
          <a:ln>
            <a:noFill/>
          </a:ln>
        </p:spPr>
      </p:pic>
    </p:spTree>
    <p:extLst>
      <p:ext uri="{BB962C8B-B14F-4D97-AF65-F5344CB8AC3E}">
        <p14:creationId xmlns:p14="http://schemas.microsoft.com/office/powerpoint/2010/main" val="15354048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7B6BD-6029-4719-B606-0057CD8A37C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B7A32F1A-EEE9-4FAF-8505-D230D3A96A68}"/>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22466778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Wood Type">
      <a:majorFont>
        <a:latin typeface="Rockwell Condensed" panose="02060603050405020104"/>
        <a:ea typeface=""/>
        <a:cs typeface=""/>
        <a:font script="Grek" typeface="Cambria"/>
        <a:font script="Cyrl" typeface="Cambria"/>
        <a:font script="Jpan" typeface="HG明朝B"/>
        <a:font script="Hang" typeface="바탕"/>
        <a:font script="Hans" typeface="方正姚体"/>
        <a:font script="Hant" typeface="微軟正黑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Rockwell" panose="02060603020205020403"/>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docProps/app.xml><?xml version="1.0" encoding="utf-8"?>
<Properties xmlns="http://schemas.openxmlformats.org/officeDocument/2006/extended-properties" xmlns:vt="http://schemas.openxmlformats.org/officeDocument/2006/docPropsVTypes">
  <Template>Wood Type</Template>
  <TotalTime>24</TotalTime>
  <Words>619</Words>
  <Application>Microsoft Office PowerPoint</Application>
  <PresentationFormat>Widescreen</PresentationFormat>
  <Paragraphs>40</Paragraphs>
  <Slides>11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Calibri</vt:lpstr>
      <vt:lpstr>Rockwell</vt:lpstr>
      <vt:lpstr>Rockwell Condensed</vt:lpstr>
      <vt:lpstr>Symbol</vt:lpstr>
      <vt:lpstr>Times New Roman</vt:lpstr>
      <vt:lpstr>Wingdings</vt:lpstr>
      <vt:lpstr>Wood Type</vt:lpstr>
      <vt:lpstr>ONLINE RENTAL HOUSE</vt:lpstr>
      <vt:lpstr>ABSTRACT</vt:lpstr>
      <vt:lpstr> HARDWARE SPECFICATION</vt:lpstr>
      <vt:lpstr> SOFTWARE SPECIFICATION </vt:lpstr>
      <vt:lpstr>EXISTING SYSTEM</vt:lpstr>
      <vt:lpstr>PROPOSED SYSTEM</vt:lpstr>
      <vt:lpstr>Modules</vt:lpstr>
      <vt:lpstr>PowerPoint Presentation</vt:lpstr>
      <vt:lpstr>Data Flow Diagram</vt:lpstr>
      <vt:lpstr>Level 1:</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COLLEGE VOTING SYSTEM</dc:title>
  <dc:creator>Gokul Balasubramaniyam</dc:creator>
  <cp:lastModifiedBy>Gokul Balasubramaniyam</cp:lastModifiedBy>
  <cp:revision>6</cp:revision>
  <dcterms:created xsi:type="dcterms:W3CDTF">2021-01-26T14:06:30Z</dcterms:created>
  <dcterms:modified xsi:type="dcterms:W3CDTF">2021-01-26T16:18:19Z</dcterms:modified>
</cp:coreProperties>
</file>