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44" autoAdjust="0"/>
    <p:restoredTop sz="94660"/>
  </p:normalViewPr>
  <p:slideViewPr>
    <p:cSldViewPr snapToGrid="0">
      <p:cViewPr varScale="1">
        <p:scale>
          <a:sx n="67" d="100"/>
          <a:sy n="67" d="100"/>
        </p:scale>
        <p:origin x="-568" y="-6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C6E12D2-DA3A-480B-BCDF-BFB6C7EBE402}" type="datetimeFigureOut">
              <a:rPr lang="en-US" smtClean="0"/>
              <a:pPr/>
              <a:t>1/26/2021</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F1BBC3DF-4D3E-4D62-AC24-223E50BCC8D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C6E12D2-DA3A-480B-BCDF-BFB6C7EBE402}" type="datetimeFigureOut">
              <a:rPr lang="en-US" smtClean="0"/>
              <a:pPr/>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pPr/>
              <a:t>1/26/2021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69600" y="6356351"/>
            <a:ext cx="812800" cy="365125"/>
          </a:xfrm>
        </p:spPr>
        <p:txBody>
          <a:bodyPr/>
          <a:lstStyle/>
          <a:p>
            <a:fld id="{F1BBC3DF-4D3E-4D62-AC24-223E50BCC8DF}" type="slidenum">
              <a:rPr lang="en-US" smtClean="0"/>
              <a:pPr/>
              <a:t>‹#›</a:t>
            </a:fld>
            <a:endParaRPr lang="en-US"/>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C6E12D2-DA3A-480B-BCDF-BFB6C7EBE402}" type="datetimeFigureOut">
              <a:rPr lang="en-US" smtClean="0"/>
              <a:pPr/>
              <a:t>1/26/2021</a:t>
            </a:fld>
            <a:endParaRPr lang="en-US"/>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F1BBC3DF-4D3E-4D62-AC24-223E50BCC8DF}" type="slidenum">
              <a:rPr lang="en-US" smtClean="0"/>
              <a:pPr/>
              <a:t>‹#›</a:t>
            </a:fld>
            <a:endParaRPr lang="en-US"/>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E7D079-2B1B-40AF-AEBC-3D4705E15124}"/>
              </a:ext>
            </a:extLst>
          </p:cNvPr>
          <p:cNvSpPr>
            <a:spLocks noGrp="1"/>
          </p:cNvSpPr>
          <p:nvPr>
            <p:ph type="ctrTitle"/>
          </p:nvPr>
        </p:nvSpPr>
        <p:spPr>
          <a:xfrm>
            <a:off x="2692398" y="2255444"/>
            <a:ext cx="6815669" cy="1515533"/>
          </a:xfrm>
        </p:spPr>
        <p:txBody>
          <a:bodyPr>
            <a:normAutofit fontScale="90000"/>
          </a:bodyPr>
          <a:lstStyle/>
          <a:p>
            <a:r>
              <a:rPr lang="en-US" dirty="0" smtClean="0"/>
              <a:t>EMPLOYEE </a:t>
            </a:r>
            <a:r>
              <a:rPr lang="en-US" dirty="0" smtClean="0"/>
              <a:t>MANAGEMENT </a:t>
            </a:r>
            <a:r>
              <a:rPr lang="en-US" dirty="0"/>
              <a:t>SYSTEM</a:t>
            </a:r>
          </a:p>
        </p:txBody>
      </p:sp>
      <p:sp>
        <p:nvSpPr>
          <p:cNvPr id="3" name="Subtitle 2">
            <a:extLst>
              <a:ext uri="{FF2B5EF4-FFF2-40B4-BE49-F238E27FC236}">
                <a16:creationId xmlns:a16="http://schemas.microsoft.com/office/drawing/2014/main" xmlns=""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xmlns=""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xmlns="" id="{5854B835-7BC2-467F-A535-7DE21884A81B}"/>
              </a:ext>
            </a:extLst>
          </p:cNvPr>
          <p:cNvSpPr>
            <a:spLocks noGrp="1"/>
          </p:cNvSpPr>
          <p:nvPr>
            <p:ph idx="1"/>
          </p:nvPr>
        </p:nvSpPr>
        <p:spPr/>
        <p:txBody>
          <a:bodyPr>
            <a:normAutofit/>
          </a:bodyPr>
          <a:lstStyle/>
          <a:p>
            <a:r>
              <a:rPr lang="en-US" sz="1800" dirty="0" smtClean="0">
                <a:latin typeface="Calibri" panose="020F0502020204030204" pitchFamily="34" charset="0"/>
                <a:ea typeface="Times New Roman" panose="02020603050405020304" pitchFamily="18" charset="0"/>
                <a:cs typeface="Calibri" panose="020F0502020204030204" pitchFamily="34" charset="0"/>
              </a:rPr>
              <a:t>Employee management System is a distributed application, developed to maintain the details of employees working in any organization. </a:t>
            </a:r>
            <a:r>
              <a:rPr lang="en-US" sz="1800" dirty="0" smtClean="0">
                <a:latin typeface="Calibri" panose="020F0502020204030204" pitchFamily="34" charset="0"/>
                <a:ea typeface="Times New Roman" panose="02020603050405020304" pitchFamily="18" charset="0"/>
                <a:cs typeface="Calibri" panose="020F0502020204030204" pitchFamily="34" charset="0"/>
              </a:rPr>
              <a:t>It maintains the information about the personal details of their employees, also the details about the payroll system which enable to generate the </a:t>
            </a:r>
            <a:r>
              <a:rPr lang="en-US" sz="1800" dirty="0" smtClean="0">
                <a:latin typeface="Calibri" panose="020F0502020204030204" pitchFamily="34" charset="0"/>
                <a:ea typeface="Times New Roman" panose="02020603050405020304" pitchFamily="18" charset="0"/>
                <a:cs typeface="Calibri" panose="020F0502020204030204" pitchFamily="34" charset="0"/>
              </a:rPr>
              <a:t>pay slip.</a:t>
            </a:r>
          </a:p>
          <a:p>
            <a:r>
              <a:rPr lang="en-US" sz="1800" dirty="0" smtClean="0">
                <a:latin typeface="Calibri" panose="020F0502020204030204" pitchFamily="34" charset="0"/>
                <a:ea typeface="Times New Roman" panose="02020603050405020304" pitchFamily="18" charset="0"/>
                <a:cs typeface="Calibri" panose="020F0502020204030204" pitchFamily="34" charset="0"/>
              </a:rPr>
              <a:t> </a:t>
            </a:r>
            <a:r>
              <a:rPr lang="en-US" sz="1800" dirty="0" smtClean="0">
                <a:latin typeface="Calibri" panose="020F0502020204030204" pitchFamily="34" charset="0"/>
                <a:ea typeface="Times New Roman" panose="02020603050405020304" pitchFamily="18" charset="0"/>
                <a:cs typeface="Calibri" panose="020F0502020204030204" pitchFamily="34" charset="0"/>
              </a:rPr>
              <a:t>The application is actually a suite of applications developed using Java. </a:t>
            </a:r>
            <a:r>
              <a:rPr lang="en-US" sz="1800" dirty="0" smtClean="0">
                <a:latin typeface="Calibri" panose="020F0502020204030204" pitchFamily="34" charset="0"/>
                <a:ea typeface="Times New Roman" panose="02020603050405020304" pitchFamily="18" charset="0"/>
                <a:cs typeface="Calibri" panose="020F0502020204030204" pitchFamily="34" charset="0"/>
              </a:rPr>
              <a:t>This software package has been developed using the powerful coding tools of JAVA at Front End and Microsoft </a:t>
            </a:r>
            <a:r>
              <a:rPr lang="en-US" sz="1800" dirty="0" err="1" smtClean="0">
                <a:latin typeface="Calibri" panose="020F0502020204030204" pitchFamily="34" charset="0"/>
                <a:ea typeface="Times New Roman" panose="02020603050405020304" pitchFamily="18" charset="0"/>
                <a:cs typeface="Calibri" panose="020F0502020204030204" pitchFamily="34" charset="0"/>
              </a:rPr>
              <a:t>Sql</a:t>
            </a:r>
            <a:r>
              <a:rPr lang="en-US" sz="1800" dirty="0" smtClean="0">
                <a:latin typeface="Calibri" panose="020F0502020204030204" pitchFamily="34" charset="0"/>
                <a:ea typeface="Times New Roman" panose="02020603050405020304" pitchFamily="18" charset="0"/>
                <a:cs typeface="Calibri" panose="020F0502020204030204" pitchFamily="34" charset="0"/>
              </a:rPr>
              <a:t> Server at Back </a:t>
            </a:r>
            <a:r>
              <a:rPr lang="en-US" sz="1800" dirty="0" smtClean="0">
                <a:latin typeface="Calibri" panose="020F0502020204030204" pitchFamily="34" charset="0"/>
                <a:ea typeface="Times New Roman" panose="02020603050405020304" pitchFamily="18" charset="0"/>
                <a:cs typeface="Calibri" panose="020F0502020204030204" pitchFamily="34" charset="0"/>
              </a:rPr>
              <a:t>End . </a:t>
            </a:r>
          </a:p>
          <a:p>
            <a:r>
              <a:rPr lang="en-US" sz="1800" dirty="0" smtClean="0">
                <a:latin typeface="Calibri" panose="020F0502020204030204" pitchFamily="34" charset="0"/>
                <a:ea typeface="Times New Roman" panose="02020603050405020304" pitchFamily="18" charset="0"/>
                <a:cs typeface="Calibri" panose="020F0502020204030204" pitchFamily="34" charset="0"/>
              </a:rPr>
              <a:t>The </a:t>
            </a:r>
            <a:r>
              <a:rPr lang="en-US" sz="1800" dirty="0" smtClean="0">
                <a:latin typeface="Calibri" panose="020F0502020204030204" pitchFamily="34" charset="0"/>
                <a:ea typeface="Times New Roman" panose="02020603050405020304" pitchFamily="18" charset="0"/>
                <a:cs typeface="Calibri" panose="020F0502020204030204" pitchFamily="34" charset="0"/>
              </a:rPr>
              <a:t>software is very user friendly. </a:t>
            </a:r>
            <a:r>
              <a:rPr lang="en-US" sz="1800" dirty="0" smtClean="0">
                <a:latin typeface="Calibri" panose="020F0502020204030204" pitchFamily="34" charset="0"/>
                <a:ea typeface="Times New Roman" panose="02020603050405020304" pitchFamily="18" charset="0"/>
                <a:cs typeface="Calibri" panose="020F0502020204030204" pitchFamily="34" charset="0"/>
              </a:rPr>
              <a:t>The package contains different modules like Employee details. Employee management system is an application that enables users to create and store Employee Records. </a:t>
            </a:r>
            <a:r>
              <a:rPr lang="en-US" sz="1800" dirty="0" smtClean="0">
                <a:latin typeface="Calibri" panose="020F0502020204030204" pitchFamily="34" charset="0"/>
                <a:ea typeface="Times New Roman" panose="02020603050405020304" pitchFamily="18" charset="0"/>
                <a:cs typeface="Calibri" panose="020F0502020204030204" pitchFamily="34" charset="0"/>
              </a:rPr>
              <a:t>The application also provides facilities of a payroll system which enables user to generate Pay slips too</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r>
              <a:rPr lang="en-US" sz="1800" dirty="0" smtClean="0">
                <a:latin typeface="Calibri" panose="020F0502020204030204" pitchFamily="34" charset="0"/>
                <a:ea typeface="Times New Roman" panose="02020603050405020304" pitchFamily="18" charset="0"/>
                <a:cs typeface="Calibri" panose="020F0502020204030204" pitchFamily="34" charset="0"/>
              </a:rPr>
              <a:t> </a:t>
            </a:r>
            <a:r>
              <a:rPr lang="en-US" sz="1800" dirty="0" smtClean="0">
                <a:latin typeface="Calibri" panose="020F0502020204030204" pitchFamily="34" charset="0"/>
                <a:ea typeface="Times New Roman" panose="02020603050405020304" pitchFamily="18" charset="0"/>
                <a:cs typeface="Calibri" panose="020F0502020204030204" pitchFamily="34" charset="0"/>
              </a:rPr>
              <a:t>This application is helpful to department of the organization which maintains data of employees related to an organization .</a:t>
            </a:r>
            <a:endParaRPr lang="en-IN" sz="1800"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xmlns=""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xmlns=""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9503AC-872F-4E85-AEE2-7A8E7C5BC087}"/>
              </a:ext>
            </a:extLst>
          </p:cNvPr>
          <p:cNvSpPr>
            <a:spLocks noGrp="1"/>
          </p:cNvSpPr>
          <p:nvPr>
            <p:ph type="title"/>
          </p:nvPr>
        </p:nvSpPr>
        <p:spPr/>
        <p:txBody>
          <a:bodyPr/>
          <a:lstStyle/>
          <a:p>
            <a:r>
              <a:rPr lang="en-US" sz="1800" b="1" dirty="0">
                <a:latin typeface="Times New Roman" panose="02020603050405020304" pitchFamily="18" charset="0"/>
                <a:ea typeface="Calibri" panose="020F0502020204030204" pitchFamily="34" charset="0"/>
              </a:rPr>
              <a:t> SOFTWARE SPECIFICATION</a:t>
            </a:r>
            <a:r>
              <a:rPr lang="en-US" sz="1800" dirty="0">
                <a:effectLst/>
                <a:latin typeface="Times New Roman" panose="02020603050405020304" pitchFamily="18" charset="0"/>
                <a:ea typeface="Times New Roman" panose="02020603050405020304" pitchFamily="18" charset="0"/>
              </a:rPr>
              <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xmlns=""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buNone/>
            </a:pPr>
            <a:r>
              <a:rPr lang="en-US" sz="1800" b="1" dirty="0">
                <a:effectLst/>
                <a:latin typeface="Times New Roman" panose="02020603050405020304" pitchFamily="18" charset="0"/>
                <a:ea typeface="Calibri" panose="020F0502020204030204" pitchFamily="34" charset="0"/>
              </a:rPr>
              <a:t/>
            </a: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xmlns="" id="{B678DDFF-0C1F-4E6A-A7AF-6FD81C2BA9CF}"/>
              </a:ext>
            </a:extLst>
          </p:cNvPr>
          <p:cNvSpPr>
            <a:spLocks noGrp="1"/>
          </p:cNvSpPr>
          <p:nvPr>
            <p:ph idx="1"/>
          </p:nvPr>
        </p:nvSpPr>
        <p:spPr/>
        <p:txBody>
          <a:bodyPr>
            <a:normAutofit/>
          </a:bodyPr>
          <a:lstStyle/>
          <a:p>
            <a:r>
              <a:rPr lang="en-US" sz="1800" dirty="0" smtClean="0">
                <a:latin typeface="Calibri" panose="020F0502020204030204" pitchFamily="34" charset="0"/>
                <a:ea typeface="Times New Roman" panose="02020603050405020304" pitchFamily="18" charset="0"/>
              </a:rPr>
              <a:t>In this existing system very hard to managing the employees manually. Sometimes it has taken more to search one particular employees. </a:t>
            </a:r>
            <a:r>
              <a:rPr lang="en-US" sz="1800" dirty="0" smtClean="0">
                <a:latin typeface="Calibri" panose="020F0502020204030204" pitchFamily="34" charset="0"/>
                <a:ea typeface="Times New Roman" panose="02020603050405020304" pitchFamily="18" charset="0"/>
              </a:rPr>
              <a:t>This will take too much time to find one employee. </a:t>
            </a:r>
            <a:endParaRPr lang="en-US" sz="1800" dirty="0" smtClean="0">
              <a:latin typeface="Calibri" panose="020F0502020204030204" pitchFamily="34" charset="0"/>
              <a:ea typeface="Times New Roman" panose="02020603050405020304" pitchFamily="18" charset="0"/>
            </a:endParaRPr>
          </a:p>
          <a:p>
            <a:endParaRPr lang="en-IN" sz="1800" dirty="0" smtClean="0">
              <a:latin typeface="Calibri" panose="020F0502020204030204" pitchFamily="34" charset="0"/>
              <a:ea typeface="Times New Roman" panose="02020603050405020304" pitchFamily="18" charset="0"/>
            </a:endParaRPr>
          </a:p>
          <a:p>
            <a:pPr marL="0" indent="0">
              <a:buNone/>
            </a:pPr>
            <a:r>
              <a:rPr lang="en-US" sz="1800" b="1" kern="100" dirty="0" smtClean="0">
                <a:latin typeface="Times New Roman" panose="02020603050405020304" pitchFamily="18" charset="0"/>
              </a:rPr>
              <a:t>Disadvantages</a:t>
            </a:r>
          </a:p>
          <a:p>
            <a:pPr marL="0" indent="0">
              <a:buNone/>
            </a:pPr>
            <a:endParaRPr lang="en-US" sz="1800" b="1" kern="100" dirty="0">
              <a:latin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It takes too much time to find employee</a:t>
            </a:r>
            <a:endParaRPr lang="en-IN"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Can’t handle employee working hours</a:t>
            </a:r>
            <a:endParaRPr lang="en-IN"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We can’t track the employee </a:t>
            </a:r>
            <a:endParaRPr lang="en-IN"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Wasting paper based period</a:t>
            </a:r>
            <a:endParaRPr lang="en-IN" sz="1800" dirty="0" smtClean="0">
              <a:latin typeface="Calibri" panose="020F0502020204030204" pitchFamily="34" charset="0"/>
              <a:ea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xmlns=""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xmlns="" id="{76E19CB4-FA1C-4ED5-AFF1-B82455ED53A4}"/>
              </a:ext>
            </a:extLst>
          </p:cNvPr>
          <p:cNvSpPr>
            <a:spLocks noGrp="1"/>
          </p:cNvSpPr>
          <p:nvPr>
            <p:ph idx="1"/>
          </p:nvPr>
        </p:nvSpPr>
        <p:spPr/>
        <p:txBody>
          <a:bodyPr>
            <a:normAutofit/>
          </a:bodyPr>
          <a:lstStyle/>
          <a:p>
            <a:pPr marL="0" indent="0">
              <a:buNone/>
            </a:pPr>
            <a:r>
              <a:rPr lang="en-US" sz="1800" dirty="0">
                <a:effectLst/>
                <a:latin typeface="Calibri" panose="020F0502020204030204" pitchFamily="34" charset="0"/>
                <a:ea typeface="Times New Roman" panose="02020603050405020304" pitchFamily="18" charset="0"/>
              </a:rPr>
              <a:t>	</a:t>
            </a:r>
            <a:r>
              <a:rPr lang="en-US" sz="1800" dirty="0" smtClean="0">
                <a:latin typeface="Calibri" panose="020F0502020204030204" pitchFamily="34" charset="0"/>
                <a:ea typeface="Times New Roman" panose="02020603050405020304" pitchFamily="18" charset="0"/>
              </a:rPr>
              <a:t>This system will be overcome these kind of issue, which makes to find and employees details at any time. We can track the employee immediately.  We can easily find the employee working hours also which may helps to find the employee who are taken leave on that day.</a:t>
            </a:r>
            <a:endParaRPr lang="en-IN" sz="1800" dirty="0" smtClean="0">
              <a:latin typeface="Calibri" panose="020F0502020204030204" pitchFamily="34" charset="0"/>
              <a:ea typeface="Times New Roman" panose="02020603050405020304" pitchFamily="18" charset="0"/>
            </a:endParaRPr>
          </a:p>
          <a:p>
            <a:pPr marL="0" indent="0">
              <a:buNone/>
            </a:pPr>
            <a:endParaRPr lang="en-US" sz="1800" dirty="0">
              <a:effectLst/>
              <a:latin typeface="Calibri" panose="020F0502020204030204" pitchFamily="34" charset="0"/>
              <a:ea typeface="Times New Roman" panose="02020603050405020304" pitchFamily="18" charset="0"/>
            </a:endParaRPr>
          </a:p>
          <a:p>
            <a:pPr marL="0" indent="0">
              <a:buNone/>
            </a:pPr>
            <a:r>
              <a:rPr lang="en-US" sz="1800" b="1" kern="100" dirty="0" smtClean="0">
                <a:latin typeface="Times New Roman" panose="02020603050405020304" pitchFamily="18" charset="0"/>
              </a:rPr>
              <a:t>Advantages</a:t>
            </a:r>
          </a:p>
          <a:p>
            <a:pPr marL="0" indent="0">
              <a:buNone/>
            </a:pPr>
            <a:endParaRPr lang="en-US" sz="1800" b="1" kern="100" dirty="0">
              <a:latin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Tracking employees details</a:t>
            </a:r>
            <a:endParaRPr lang="en-IN"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Attractive interface</a:t>
            </a:r>
            <a:endParaRPr lang="en-IN"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Every one can using this software.</a:t>
            </a:r>
            <a:endParaRPr lang="en-IN" sz="1800" dirty="0" smtClean="0">
              <a:latin typeface="Calibri" panose="020F0502020204030204" pitchFamily="34" charset="0"/>
              <a:ea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rPr>
              <a:t>Low cost and high benefit</a:t>
            </a:r>
            <a:endParaRPr lang="en-IN" sz="1800" dirty="0" smtClean="0">
              <a:latin typeface="Calibri" panose="020F0502020204030204" pitchFamily="34" charset="0"/>
              <a:ea typeface="Times New Roman" panose="02020603050405020304" pitchFamily="18" charset="0"/>
            </a:endParaRPr>
          </a:p>
          <a:p>
            <a:pPr marL="0" indent="0">
              <a:buNone/>
            </a:pPr>
            <a:endParaRPr lang="en-US" b="1" dirty="0"/>
          </a:p>
        </p:txBody>
      </p:sp>
    </p:spTree>
    <p:extLst>
      <p:ext uri="{BB962C8B-B14F-4D97-AF65-F5344CB8AC3E}">
        <p14:creationId xmlns:p14="http://schemas.microsoft.com/office/powerpoint/2010/main" xmlns=""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xmlns="" id="{C08555ED-5306-4AC3-82F6-94DC618DC81F}"/>
              </a:ext>
            </a:extLst>
          </p:cNvPr>
          <p:cNvSpPr>
            <a:spLocks noGrp="1"/>
          </p:cNvSpPr>
          <p:nvPr>
            <p:ph idx="1"/>
          </p:nvPr>
        </p:nvSpPr>
        <p:spPr/>
        <p:txBody>
          <a:bodyPr>
            <a:normAutofit/>
          </a:bodyPr>
          <a:lstStyle/>
          <a:p>
            <a:pPr lvl="0"/>
            <a:endParaRPr lang="en-US"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Employee </a:t>
            </a:r>
            <a:r>
              <a:rPr lang="en-US" sz="1800" dirty="0" smtClean="0">
                <a:latin typeface="Calibri" panose="020F0502020204030204" pitchFamily="34" charset="0"/>
                <a:ea typeface="Times New Roman" panose="02020603050405020304" pitchFamily="18" charset="0"/>
                <a:cs typeface="Calibri" panose="020F0502020204030204" pitchFamily="34" charset="0"/>
              </a:rPr>
              <a:t>Registration</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Salary management module</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Leave Module</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Attendance Module</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Login Module</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a:buNone/>
            </a:pPr>
            <a:endParaRPr lang="en-US" sz="1800" dirty="0" smtClean="0">
              <a:latin typeface="Calibri" panose="020F0502020204030204" pitchFamily="34" charset="0"/>
              <a:ea typeface="Times New Roman" panose="02020603050405020304" pitchFamily="18" charset="0"/>
              <a:cs typeface="Calibri" panose="020F0502020204030204" pitchFamily="34" charset="0"/>
            </a:endParaRPr>
          </a:p>
          <a:p>
            <a:pPr>
              <a:buNone/>
            </a:pPr>
            <a:endParaRPr lang="en-US" sz="1800" b="1"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Employee Registration</a:t>
            </a: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This </a:t>
            </a:r>
            <a:r>
              <a:rPr lang="en-US" sz="1800" dirty="0" smtClean="0">
                <a:latin typeface="Calibri" panose="020F0502020204030204" pitchFamily="34" charset="0"/>
                <a:ea typeface="Times New Roman" panose="02020603050405020304" pitchFamily="18" charset="0"/>
                <a:cs typeface="Calibri" panose="020F0502020204030204" pitchFamily="34" charset="0"/>
              </a:rPr>
              <a:t>module has to used to collect the employee information and save into the database. </a:t>
            </a:r>
            <a:r>
              <a:rPr lang="en-US" sz="1800" dirty="0" smtClean="0">
                <a:latin typeface="Calibri" panose="020F0502020204030204" pitchFamily="34" charset="0"/>
                <a:ea typeface="Times New Roman" panose="02020603050405020304" pitchFamily="18" charset="0"/>
                <a:cs typeface="Calibri" panose="020F0502020204030204" pitchFamily="34" charset="0"/>
              </a:rPr>
              <a:t>Once the employee registration has been completed they will get username and password, when need to login just use this credential to move login page.</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endParaRPr lang="en-IN" sz="1800" dirty="0"/>
          </a:p>
        </p:txBody>
      </p:sp>
    </p:spTree>
    <p:extLst>
      <p:ext uri="{BB962C8B-B14F-4D97-AF65-F5344CB8AC3E}">
        <p14:creationId xmlns:p14="http://schemas.microsoft.com/office/powerpoint/2010/main" xmlns=""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B8F9E25-F29C-4FEA-ACB4-6D6057146BE7}"/>
              </a:ext>
            </a:extLst>
          </p:cNvPr>
          <p:cNvSpPr>
            <a:spLocks noGrp="1"/>
          </p:cNvSpPr>
          <p:nvPr>
            <p:ph idx="1"/>
          </p:nvPr>
        </p:nvSpPr>
        <p:spPr/>
        <p:txBody>
          <a:bodyPr>
            <a:normAutofit/>
          </a:bodyPr>
          <a:lstStyle/>
          <a:p>
            <a:endParaRPr lang="en-US" sz="1800" b="1"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Login Module</a:t>
            </a: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Admin </a:t>
            </a:r>
            <a:r>
              <a:rPr lang="en-US" sz="1800" dirty="0" smtClean="0">
                <a:latin typeface="Calibri" panose="020F0502020204030204" pitchFamily="34" charset="0"/>
                <a:ea typeface="Times New Roman" panose="02020603050405020304" pitchFamily="18" charset="0"/>
                <a:cs typeface="Calibri" panose="020F0502020204030204" pitchFamily="34" charset="0"/>
              </a:rPr>
              <a:t>and employee both can login this portal. </a:t>
            </a:r>
            <a:r>
              <a:rPr lang="en-US" sz="1800" dirty="0" smtClean="0">
                <a:latin typeface="Calibri" panose="020F0502020204030204" pitchFamily="34" charset="0"/>
                <a:ea typeface="Times New Roman" panose="02020603050405020304" pitchFamily="18" charset="0"/>
                <a:cs typeface="Calibri" panose="020F0502020204030204" pitchFamily="34" charset="0"/>
              </a:rPr>
              <a:t>Every users have own credential. </a:t>
            </a:r>
            <a:r>
              <a:rPr lang="en-US" sz="1800" dirty="0" smtClean="0">
                <a:latin typeface="Calibri" panose="020F0502020204030204" pitchFamily="34" charset="0"/>
                <a:ea typeface="Times New Roman" panose="02020603050405020304" pitchFamily="18" charset="0"/>
                <a:cs typeface="Calibri" panose="020F0502020204030204" pitchFamily="34" charset="0"/>
              </a:rPr>
              <a:t>Which make secure to display the details</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r>
              <a:rPr lang="en-US" sz="1800" dirty="0" smtClean="0">
                <a:latin typeface="Calibri" panose="020F0502020204030204" pitchFamily="34" charset="0"/>
                <a:ea typeface="Times New Roman" panose="02020603050405020304" pitchFamily="18" charset="0"/>
                <a:cs typeface="Calibri" panose="020F0502020204030204" pitchFamily="34" charset="0"/>
              </a:rPr>
              <a:t> </a:t>
            </a:r>
            <a:r>
              <a:rPr lang="en-US" sz="1800" dirty="0" smtClean="0">
                <a:latin typeface="Calibri" panose="020F0502020204030204" pitchFamily="34" charset="0"/>
                <a:ea typeface="Times New Roman" panose="02020603050405020304" pitchFamily="18" charset="0"/>
                <a:cs typeface="Calibri" panose="020F0502020204030204" pitchFamily="34" charset="0"/>
              </a:rPr>
              <a:t>Users can’t seen others users details.</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endParaRPr lang="en-US" sz="1800" dirty="0" smtClean="0">
              <a:latin typeface="Calibri" panose="020F0502020204030204" pitchFamily="34" charset="0"/>
              <a:ea typeface="Times New Roman" panose="02020603050405020304" pitchFamily="18" charset="0"/>
              <a:cs typeface="Calibri" panose="020F0502020204030204" pitchFamily="34" charset="0"/>
            </a:endParaRPr>
          </a:p>
          <a:p>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Salary Management </a:t>
            </a:r>
            <a:r>
              <a:rPr lang="en-US" sz="1800" b="1" dirty="0" smtClean="0">
                <a:latin typeface="Calibri" panose="020F0502020204030204" pitchFamily="34" charset="0"/>
                <a:ea typeface="Times New Roman" panose="02020603050405020304" pitchFamily="18" charset="0"/>
                <a:cs typeface="Calibri" panose="020F0502020204030204" pitchFamily="34" charset="0"/>
              </a:rPr>
              <a:t>Module</a:t>
            </a: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Salary management module is used managing the salary details for employees</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r>
              <a:rPr lang="en-US" sz="1800" dirty="0" smtClean="0">
                <a:latin typeface="Calibri" panose="020F0502020204030204" pitchFamily="34" charset="0"/>
                <a:ea typeface="Times New Roman" panose="02020603050405020304" pitchFamily="18" charset="0"/>
                <a:cs typeface="Calibri" panose="020F0502020204030204" pitchFamily="34" charset="0"/>
              </a:rPr>
              <a:t> </a:t>
            </a:r>
            <a:r>
              <a:rPr lang="en-US" sz="1800" dirty="0" smtClean="0">
                <a:latin typeface="Calibri" panose="020F0502020204030204" pitchFamily="34" charset="0"/>
                <a:ea typeface="Times New Roman" panose="02020603050405020304" pitchFamily="18" charset="0"/>
                <a:cs typeface="Calibri" panose="020F0502020204030204" pitchFamily="34" charset="0"/>
              </a:rPr>
              <a:t>Admin can manage all the employees salary details. Every month we can generate the </a:t>
            </a:r>
            <a:r>
              <a:rPr lang="en-US" sz="1800" dirty="0" smtClean="0">
                <a:latin typeface="Calibri" panose="020F0502020204030204" pitchFamily="34" charset="0"/>
                <a:ea typeface="Times New Roman" panose="02020603050405020304" pitchFamily="18" charset="0"/>
                <a:cs typeface="Calibri" panose="020F0502020204030204" pitchFamily="34" charset="0"/>
              </a:rPr>
              <a:t>pay slip </a:t>
            </a:r>
            <a:r>
              <a:rPr lang="en-US" sz="1800" dirty="0" smtClean="0">
                <a:latin typeface="Calibri" panose="020F0502020204030204" pitchFamily="34" charset="0"/>
                <a:ea typeface="Times New Roman" panose="02020603050405020304" pitchFamily="18" charset="0"/>
                <a:cs typeface="Calibri" panose="020F0502020204030204" pitchFamily="34" charset="0"/>
              </a:rPr>
              <a:t>by admin.</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xmlns=""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342F69-923A-4F80-8469-FB9067E30D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68DDDC8A-04BB-42C9-B0EC-BF82D0492888}"/>
              </a:ext>
            </a:extLst>
          </p:cNvPr>
          <p:cNvSpPr>
            <a:spLocks noGrp="1"/>
          </p:cNvSpPr>
          <p:nvPr>
            <p:ph idx="1"/>
          </p:nvPr>
        </p:nvSpPr>
        <p:spPr/>
        <p:txBody>
          <a:bodyPr>
            <a:normAutofit/>
          </a:bodyPr>
          <a:lstStyle/>
          <a:p>
            <a:pPr>
              <a:buNone/>
            </a:pPr>
            <a:endParaRPr lang="en-US" sz="1800" b="1"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Leave </a:t>
            </a:r>
            <a:r>
              <a:rPr lang="en-US" sz="1800" b="1" dirty="0" smtClean="0">
                <a:latin typeface="Calibri" panose="020F0502020204030204" pitchFamily="34" charset="0"/>
                <a:ea typeface="Times New Roman" panose="02020603050405020304" pitchFamily="18" charset="0"/>
                <a:cs typeface="Calibri" panose="020F0502020204030204" pitchFamily="34" charset="0"/>
              </a:rPr>
              <a:t>Module</a:t>
            </a:r>
            <a:r>
              <a:rPr lang="en-US" sz="1800" b="1" dirty="0" smtClean="0">
                <a:latin typeface="Calibri" panose="020F0502020204030204" pitchFamily="34" charset="0"/>
                <a:ea typeface="Times New Roman" panose="02020603050405020304" pitchFamily="18" charset="0"/>
                <a:cs typeface="Calibri" panose="020F0502020204030204" pitchFamily="34" charset="0"/>
              </a:rPr>
              <a:t>:</a:t>
            </a:r>
          </a:p>
          <a:p>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Employee </a:t>
            </a:r>
            <a:r>
              <a:rPr lang="en-US" sz="1800" dirty="0" smtClean="0">
                <a:latin typeface="Calibri" panose="020F0502020204030204" pitchFamily="34" charset="0"/>
                <a:ea typeface="Times New Roman" panose="02020603050405020304" pitchFamily="18" charset="0"/>
                <a:cs typeface="Calibri" panose="020F0502020204030204" pitchFamily="34" charset="0"/>
              </a:rPr>
              <a:t>should sending the leave request before  taking a leave. </a:t>
            </a:r>
            <a:r>
              <a:rPr lang="en-US" sz="1800" dirty="0" smtClean="0">
                <a:latin typeface="Calibri" panose="020F0502020204030204" pitchFamily="34" charset="0"/>
                <a:ea typeface="Times New Roman" panose="02020603050405020304" pitchFamily="18" charset="0"/>
                <a:cs typeface="Calibri" panose="020F0502020204030204" pitchFamily="34" charset="0"/>
              </a:rPr>
              <a:t>The request was accept by administrator. If the administrator does not accepting the leave request employee can’t to take a leave. </a:t>
            </a:r>
            <a:r>
              <a:rPr lang="en-US" sz="1800" dirty="0" smtClean="0">
                <a:latin typeface="Calibri" panose="020F0502020204030204" pitchFamily="34" charset="0"/>
                <a:ea typeface="Times New Roman" panose="02020603050405020304" pitchFamily="18" charset="0"/>
                <a:cs typeface="Calibri" panose="020F0502020204030204" pitchFamily="34" charset="0"/>
              </a:rPr>
              <a:t>So manager can find who are all taking a leave on today</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Attendance Module</a:t>
            </a:r>
            <a:r>
              <a:rPr lang="en-US" sz="1800" b="1" dirty="0" smtClean="0">
                <a:latin typeface="Calibri" panose="020F0502020204030204" pitchFamily="34" charset="0"/>
                <a:ea typeface="Times New Roman" panose="02020603050405020304" pitchFamily="18" charset="0"/>
                <a:cs typeface="Calibri" panose="020F0502020204030204" pitchFamily="34" charset="0"/>
              </a:rPr>
              <a:t>.</a:t>
            </a: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An </a:t>
            </a:r>
            <a:r>
              <a:rPr lang="en-US" sz="1800" dirty="0" smtClean="0">
                <a:latin typeface="Calibri" panose="020F0502020204030204" pitchFamily="34" charset="0"/>
                <a:ea typeface="Times New Roman" panose="02020603050405020304" pitchFamily="18" charset="0"/>
                <a:cs typeface="Calibri" panose="020F0502020204030204" pitchFamily="34" charset="0"/>
              </a:rPr>
              <a:t>Attendance module is main part of our project. </a:t>
            </a:r>
            <a:r>
              <a:rPr lang="en-US" sz="1800" dirty="0" smtClean="0">
                <a:latin typeface="Calibri" panose="020F0502020204030204" pitchFamily="34" charset="0"/>
                <a:ea typeface="Times New Roman" panose="02020603050405020304" pitchFamily="18" charset="0"/>
                <a:cs typeface="Calibri" panose="020F0502020204030204" pitchFamily="34" charset="0"/>
              </a:rPr>
              <a:t>Which could helps to find employees daily punch report, the we can manage our attendance report.</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endParaRPr lang="en-US" dirty="0"/>
          </a:p>
        </p:txBody>
      </p:sp>
    </p:spTree>
    <p:extLst>
      <p:ext uri="{BB962C8B-B14F-4D97-AF65-F5344CB8AC3E}">
        <p14:creationId xmlns:p14="http://schemas.microsoft.com/office/powerpoint/2010/main" xmlns="" val="3121811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xmlns="" id="{4302C280-D2B7-46AA-9A87-E36DB7A0CB3D}"/>
              </a:ext>
            </a:extLst>
          </p:cNvPr>
          <p:cNvSpPr>
            <a:spLocks noGrp="1"/>
          </p:cNvSpPr>
          <p:nvPr>
            <p:ph idx="1"/>
          </p:nvPr>
        </p:nvSpPr>
        <p:spPr/>
        <p:txBody>
          <a:bodyPr/>
          <a:lstStyle/>
          <a:p>
            <a:r>
              <a:rPr lang="en-US" sz="3600" dirty="0">
                <a:solidFill>
                  <a:schemeClr val="tx2"/>
                </a:solidFill>
                <a:latin typeface="+mj-lt"/>
                <a:ea typeface="+mj-ea"/>
                <a:cs typeface="+mj-cs"/>
              </a:rPr>
              <a:t>Level </a:t>
            </a:r>
            <a:r>
              <a:rPr lang="en-US" sz="3600" dirty="0" smtClean="0">
                <a:solidFill>
                  <a:schemeClr val="tx2"/>
                </a:solidFill>
                <a:latin typeface="+mj-lt"/>
                <a:ea typeface="+mj-ea"/>
                <a:cs typeface="+mj-cs"/>
              </a:rPr>
              <a:t>0:</a:t>
            </a:r>
            <a:endParaRPr lang="en-US" sz="3600" dirty="0">
              <a:solidFill>
                <a:schemeClr val="tx2"/>
              </a:solidFill>
              <a:latin typeface="+mj-lt"/>
              <a:ea typeface="+mj-ea"/>
              <a:cs typeface="+mj-cs"/>
            </a:endParaRPr>
          </a:p>
          <a:p>
            <a:pPr marL="0" indent="0">
              <a:buNone/>
            </a:pPr>
            <a:endParaRPr lang="en-US" sz="3600" dirty="0">
              <a:solidFill>
                <a:schemeClr val="bg2"/>
              </a:solidFill>
              <a:latin typeface="+mj-lt"/>
              <a:ea typeface="+mj-ea"/>
              <a:cs typeface="+mj-cs"/>
            </a:endParaRPr>
          </a:p>
          <a:p>
            <a:pPr marL="0" indent="0">
              <a:buNone/>
            </a:pPr>
            <a:endParaRPr lang="en-US" dirty="0"/>
          </a:p>
        </p:txBody>
      </p:sp>
      <p:pic>
        <p:nvPicPr>
          <p:cNvPr id="6" name="Picture 5"/>
          <p:cNvPicPr/>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2990850" y="3015615"/>
            <a:ext cx="5381307" cy="1661160"/>
          </a:xfrm>
          <a:prstGeom prst="rect">
            <a:avLst/>
          </a:prstGeom>
          <a:noFill/>
          <a:ln>
            <a:noFill/>
          </a:ln>
        </p:spPr>
      </p:pic>
    </p:spTree>
    <p:extLst>
      <p:ext uri="{BB962C8B-B14F-4D97-AF65-F5344CB8AC3E}">
        <p14:creationId xmlns:p14="http://schemas.microsoft.com/office/powerpoint/2010/main" xmlns="" val="359068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C1EEFF-B3ED-40E0-9C29-20B24F396040}"/>
              </a:ext>
            </a:extLst>
          </p:cNvPr>
          <p:cNvSpPr>
            <a:spLocks noGrp="1"/>
          </p:cNvSpPr>
          <p:nvPr>
            <p:ph type="title"/>
          </p:nvPr>
        </p:nvSpPr>
        <p:spPr/>
        <p:txBody>
          <a:bodyPr/>
          <a:lstStyle/>
          <a:p>
            <a:pPr algn="l"/>
            <a:r>
              <a:rPr lang="en-US" dirty="0"/>
              <a:t>Level 1:</a:t>
            </a:r>
          </a:p>
        </p:txBody>
      </p:sp>
      <p:sp>
        <p:nvSpPr>
          <p:cNvPr id="4" name="Content Placeholder 3"/>
          <p:cNvSpPr>
            <a:spLocks noGrp="1"/>
          </p:cNvSpPr>
          <p:nvPr>
            <p:ph idx="1"/>
          </p:nvPr>
        </p:nvSpPr>
        <p:spPr/>
        <p:txBody>
          <a:bodyPr/>
          <a:lstStyle/>
          <a:p>
            <a:endParaRPr lang="en-IN" dirty="0"/>
          </a:p>
        </p:txBody>
      </p:sp>
      <p:pic>
        <p:nvPicPr>
          <p:cNvPr id="5" name="Picture 4"/>
          <p:cNvPicPr/>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2980372" y="2003107"/>
            <a:ext cx="5583555" cy="4299585"/>
          </a:xfrm>
          <a:prstGeom prst="rect">
            <a:avLst/>
          </a:prstGeom>
          <a:noFill/>
          <a:ln>
            <a:noFill/>
          </a:ln>
        </p:spPr>
      </p:pic>
    </p:spTree>
    <p:extLst>
      <p:ext uri="{BB962C8B-B14F-4D97-AF65-F5344CB8AC3E}">
        <p14:creationId xmlns:p14="http://schemas.microsoft.com/office/powerpoint/2010/main" xmlns="" val="1535404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xmlns=""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xmlns=""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34</TotalTime>
  <Words>446</Words>
  <Application>Microsoft Office PowerPoint</Application>
  <PresentationFormat>Custom</PresentationFormat>
  <Paragraphs>68</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Flow</vt:lpstr>
      <vt:lpstr>EMPLOYEE MANAGEMENT SYSTEM</vt:lpstr>
      <vt:lpstr>ABSTRACT</vt:lpstr>
      <vt:lpstr> HARDWARE SPECFICATION</vt:lpstr>
      <vt:lpstr> SOFTWARE SPECIFICATION </vt:lpstr>
      <vt:lpstr>EXISTING SYSTEM</vt:lpstr>
      <vt:lpstr>PROPOSED SYSTEM</vt:lpstr>
      <vt:lpstr>Modules</vt:lpstr>
      <vt:lpstr>Slide 8</vt:lpstr>
      <vt:lpstr>Slide 9</vt:lpstr>
      <vt:lpstr>Data Flow Diagram</vt:lpstr>
      <vt:lpstr>Level 1:</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Madhan</cp:lastModifiedBy>
  <cp:revision>20</cp:revision>
  <dcterms:created xsi:type="dcterms:W3CDTF">2021-01-26T14:06:30Z</dcterms:created>
  <dcterms:modified xsi:type="dcterms:W3CDTF">2021-01-26T16:35:18Z</dcterms:modified>
</cp:coreProperties>
</file>