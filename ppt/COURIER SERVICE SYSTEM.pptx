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C6E12D2-DA3A-480B-BCDF-BFB6C7EBE402}" type="datetimeFigureOut">
              <a:rPr lang="en-US" smtClean="0"/>
              <a:pPr/>
              <a:t>1/26/2021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1BBC3DF-4D3E-4D62-AC24-223E50BCC8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1BBC3DF-4D3E-4D62-AC24-223E50BCC8DF}"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1C6E12D2-DA3A-480B-BCDF-BFB6C7EBE402}" type="datetimeFigureOut">
              <a:rPr lang="en-US" smtClean="0"/>
              <a:pPr/>
              <a:t>1/26/2021</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COURIER SERVICE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r>
              <a:rPr lang="en-US" sz="1800" dirty="0">
                <a:latin typeface="Calibri" panose="020F0502020204030204" pitchFamily="34" charset="0"/>
                <a:ea typeface="Times New Roman" panose="02020603050405020304" pitchFamily="18" charset="0"/>
                <a:cs typeface="Calibri" panose="020F0502020204030204" pitchFamily="34" charset="0"/>
              </a:rPr>
              <a:t>A courier service system which is mainly used to tracking the courier. Which is the software by using 2 users. One is a courier office employee another one is a customer, here customer is an who has to be sending the courier. </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An employee can be login by using username and password then managing the entire life cycle. After the login the employee can register the courier information along with from and to places. Here the employees can check the daily billing details history via this application. </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When the courier reaches at the hub the courier team employees should entry with courier detail. Each courier having some unique ID by using this unique ID the customer can track the courier up to date details.</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The main goal of this project is that reducing the man power and giving an accurate information to the customer, the customer can track the accurate courier location. The project is aimed to develop by JAVA as Front end and SQL as Back end.</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normAutofit/>
          </a:bodyPr>
          <a:lstStyle/>
          <a:p>
            <a:r>
              <a:rPr lang="en-US" sz="1800" b="1" dirty="0">
                <a:latin typeface="Times New Roman" panose="02020603050405020304" pitchFamily="18" charset="0"/>
                <a:ea typeface="Calibri" panose="020F0502020204030204" pitchFamily="34"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endParaRPr lang="en-US" sz="1800" dirty="0">
              <a:latin typeface="Calibri" panose="020F0502020204030204" pitchFamily="34" charset="0"/>
              <a:ea typeface="Times New Roman" panose="02020603050405020304" pitchFamily="18" charset="0"/>
            </a:endParaRPr>
          </a:p>
          <a:p>
            <a:r>
              <a:rPr lang="en-US" sz="1800" dirty="0">
                <a:latin typeface="Calibri" panose="020F0502020204030204" pitchFamily="34" charset="0"/>
                <a:ea typeface="Times New Roman" panose="02020603050405020304" pitchFamily="18" charset="0"/>
              </a:rPr>
              <a:t>In this system customer can’t track their courier details. If we want know about the courier details, we should visit the store and ask about the details. Otherwise, we can’t track the details. Sometimes customer has felt about the courier, in this kind of existing system has more trouble to run</a:t>
            </a:r>
            <a:endParaRPr lang="en-IN" sz="1800" dirty="0">
              <a:latin typeface="Calibri" panose="020F0502020204030204" pitchFamily="34" charset="0"/>
              <a:ea typeface="Times New Roman" panose="02020603050405020304" pitchFamily="18" charset="0"/>
            </a:endParaRPr>
          </a:p>
          <a:p>
            <a:pPr>
              <a:buNone/>
            </a:pPr>
            <a:endParaRPr lang="en-IN" sz="1800" dirty="0">
              <a:latin typeface="Calibri" panose="020F0502020204030204" pitchFamily="34" charset="0"/>
              <a:ea typeface="Times New Roman" panose="02020603050405020304" pitchFamily="18" charset="0"/>
            </a:endParaRPr>
          </a:p>
          <a:p>
            <a:pPr>
              <a:buNone/>
            </a:pPr>
            <a:r>
              <a:rPr lang="en-US" sz="1800" b="1" dirty="0">
                <a:latin typeface="Calibri" panose="020F0502020204030204" pitchFamily="34" charset="0"/>
                <a:ea typeface="Times New Roman" panose="02020603050405020304" pitchFamily="18" charset="0"/>
              </a:rPr>
              <a:t>DRAWBACKS:</a:t>
            </a:r>
          </a:p>
          <a:p>
            <a:endParaRPr lang="en-IN" sz="1800" b="1" dirty="0">
              <a:latin typeface="Calibri" panose="020F0502020204030204" pitchFamily="34" charset="0"/>
              <a:ea typeface="Times New Roman" panose="02020603050405020304" pitchFamily="18" charset="0"/>
            </a:endParaRPr>
          </a:p>
          <a:p>
            <a:r>
              <a:rPr lang="en-US" sz="1800" dirty="0">
                <a:latin typeface="Calibri" panose="020F0502020204030204" pitchFamily="34" charset="0"/>
                <a:ea typeface="Times New Roman" panose="02020603050405020304" pitchFamily="18" charset="0"/>
              </a:rPr>
              <a:t>The existing system has the following drawbacks.</a:t>
            </a:r>
            <a:endParaRPr lang="en-IN" sz="1800"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we don’t know about the courier details.</a:t>
            </a:r>
            <a:endParaRPr lang="en-IN" sz="1800"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We don’t know about the current status of the courier</a:t>
            </a:r>
            <a:endParaRPr lang="en-IN" sz="1800"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It’s fully managed by the courier office team</a:t>
            </a:r>
            <a:endParaRPr lang="en-IN" sz="1800" dirty="0">
              <a:latin typeface="Calibri" panose="020F0502020204030204" pitchFamily="34" charset="0"/>
              <a:ea typeface="Times New Roman" panose="02020603050405020304" pitchFamily="18" charset="0"/>
            </a:endParaRPr>
          </a:p>
          <a:p>
            <a:pPr marL="0" indent="0">
              <a:buNone/>
            </a:pPr>
            <a:endParaRPr lang="en-US" dirty="0"/>
          </a:p>
        </p:txBody>
      </p:sp>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endParaRPr lang="en-US" sz="1800" dirty="0">
              <a:latin typeface="Calibri" panose="020F0502020204030204" pitchFamily="34" charset="0"/>
              <a:ea typeface="Times New Roman" panose="02020603050405020304" pitchFamily="18" charset="0"/>
            </a:endParaRPr>
          </a:p>
          <a:p>
            <a:r>
              <a:rPr lang="en-US" sz="1800" dirty="0">
                <a:latin typeface="Calibri" panose="020F0502020204030204" pitchFamily="34" charset="0"/>
                <a:ea typeface="Times New Roman" panose="02020603050405020304" pitchFamily="18" charset="0"/>
              </a:rPr>
              <a:t>This courier tracking system may help to track the courier by the customer. It can be very useful to tracking our courier detail. We don’t bother about the courier. The customer has one unique id with the help of that id we can track our courier details, each and every courier has updated </a:t>
            </a:r>
          </a:p>
          <a:p>
            <a:endParaRPr lang="en-IN" sz="1800" dirty="0">
              <a:latin typeface="Calibri" panose="020F0502020204030204" pitchFamily="34" charset="0"/>
              <a:ea typeface="Times New Roman" panose="02020603050405020304" pitchFamily="18" charset="0"/>
            </a:endParaRPr>
          </a:p>
          <a:p>
            <a:r>
              <a:rPr lang="en-US" sz="1800" b="1" dirty="0">
                <a:latin typeface="Calibri" panose="020F0502020204030204" pitchFamily="34" charset="0"/>
                <a:ea typeface="Times New Roman" panose="02020603050405020304" pitchFamily="18" charset="0"/>
              </a:rPr>
              <a:t>FEATURES:</a:t>
            </a:r>
          </a:p>
          <a:p>
            <a:endParaRPr lang="en-IN" sz="1800" b="1"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We know about the courier details.</a:t>
            </a:r>
            <a:endParaRPr lang="en-IN" sz="1800"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No need visits the courier office. </a:t>
            </a:r>
            <a:endParaRPr lang="en-IN" sz="1800" dirty="0">
              <a:latin typeface="Calibri" panose="020F0502020204030204" pitchFamily="34" charset="0"/>
              <a:ea typeface="Times New Roman" panose="02020603050405020304" pitchFamily="18" charset="0"/>
            </a:endParaRPr>
          </a:p>
          <a:p>
            <a:pPr lvl="0"/>
            <a:r>
              <a:rPr lang="en-US" sz="1800" dirty="0">
                <a:latin typeface="Calibri" panose="020F0502020204030204" pitchFamily="34" charset="0"/>
                <a:ea typeface="Times New Roman" panose="02020603050405020304" pitchFamily="18" charset="0"/>
              </a:rPr>
              <a:t>Fully manually find the courier details</a:t>
            </a:r>
            <a:endParaRPr lang="en-IN" sz="1800" dirty="0">
              <a:latin typeface="Calibri" panose="020F0502020204030204" pitchFamily="34" charset="0"/>
              <a:ea typeface="Times New Roman" panose="02020603050405020304" pitchFamily="18" charset="0"/>
            </a:endParaRPr>
          </a:p>
          <a:p>
            <a:pPr>
              <a:buNone/>
            </a:pPr>
            <a:r>
              <a:rPr lang="en-US" sz="1800" dirty="0">
                <a:latin typeface="Calibri" panose="020F0502020204030204" pitchFamily="34" charset="0"/>
                <a:ea typeface="Times New Roman" panose="02020603050405020304" pitchFamily="18" charset="0"/>
              </a:rPr>
              <a:t> </a:t>
            </a:r>
            <a:endParaRPr lang="en-IN" sz="1800" dirty="0">
              <a:latin typeface="Calibri" panose="020F0502020204030204" pitchFamily="34" charset="0"/>
              <a:ea typeface="Times New Roman" panose="02020603050405020304" pitchFamily="18" charset="0"/>
            </a:endParaRPr>
          </a:p>
        </p:txBody>
      </p:sp>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a:xfrm>
            <a:off x="647700" y="1462279"/>
            <a:ext cx="10972800" cy="4525963"/>
          </a:xfrm>
        </p:spPr>
        <p:txBody>
          <a:bodyPr>
            <a:normAutofit/>
          </a:bodyPr>
          <a:lstStyle/>
          <a:p>
            <a:pPr>
              <a:buNone/>
            </a:pPr>
            <a:endParaRPr lang="en-US" sz="1800" b="1" dirty="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a:latin typeface="Calibri" panose="020F0502020204030204" pitchFamily="34" charset="0"/>
                <a:ea typeface="Times New Roman" panose="02020603050405020304" pitchFamily="18" charset="0"/>
                <a:cs typeface="Calibri" panose="020F0502020204030204" pitchFamily="34" charset="0"/>
              </a:rPr>
              <a:t>Register Customer</a:t>
            </a:r>
          </a:p>
          <a:p>
            <a:pPr>
              <a:buNone/>
            </a:pPr>
            <a:endParaRPr lang="en-IN" sz="1800" b="1"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	Administrator will register their customer. They can see all the details about the customer. After creating an account, they will track their courier manually. In this module collect all the information about the customer, it has to be used for further contact to a customer.</a:t>
            </a:r>
          </a:p>
          <a:p>
            <a:endParaRPr lang="en-IN" sz="1800" dirty="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a:latin typeface="Calibri" panose="020F0502020204030204" pitchFamily="34" charset="0"/>
                <a:ea typeface="Times New Roman" panose="02020603050405020304" pitchFamily="18" charset="0"/>
                <a:cs typeface="Calibri" panose="020F0502020204030204" pitchFamily="34" charset="0"/>
              </a:rPr>
              <a:t>Booking order</a:t>
            </a:r>
          </a:p>
          <a:p>
            <a:pPr>
              <a:buNone/>
            </a:pPr>
            <a:endParaRPr lang="en-IN" sz="1800" b="1"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	This module is used to booking the order, after the order was booked the it will be tracking. Before booking the order, admin should collect all the information about the courier, then it will be tracking.</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a:buNone/>
            </a:pPr>
            <a:endParaRPr lang="en-US" sz="1800" b="1" dirty="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a:latin typeface="Calibri" panose="020F0502020204030204" pitchFamily="34" charset="0"/>
                <a:ea typeface="Times New Roman" panose="02020603050405020304" pitchFamily="18" charset="0"/>
                <a:cs typeface="Calibri" panose="020F0502020204030204" pitchFamily="34" charset="0"/>
              </a:rPr>
              <a:t>Track Order</a:t>
            </a:r>
          </a:p>
          <a:p>
            <a:pPr>
              <a:buNone/>
            </a:pPr>
            <a:endParaRPr lang="en-IN" sz="1800" b="1"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	Once the order was confirmed then customer have an one unique id, this will helps to track an order and order details. Customer manually track the courier after the courier will be updated once.</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sz="1800" b="1" dirty="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a:latin typeface="Calibri" panose="020F0502020204030204" pitchFamily="34" charset="0"/>
                <a:ea typeface="Times New Roman" panose="02020603050405020304" pitchFamily="18" charset="0"/>
                <a:cs typeface="Calibri" panose="020F0502020204030204" pitchFamily="34" charset="0"/>
              </a:rPr>
              <a:t>Billing Details</a:t>
            </a:r>
          </a:p>
          <a:p>
            <a:pPr>
              <a:buNone/>
            </a:pPr>
            <a:endParaRPr lang="en-IN" sz="1800" b="1"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	This module will manage the billing details, administer will see the daily billing details.</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In this module has to completely showing all the information about the courier and customer. And also, will see the daily billing details.</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DDDC8A-04BB-42C9-B0EC-BF82D0492888}"/>
              </a:ext>
            </a:extLst>
          </p:cNvPr>
          <p:cNvSpPr>
            <a:spLocks noGrp="1"/>
          </p:cNvSpPr>
          <p:nvPr>
            <p:ph idx="1"/>
          </p:nvPr>
        </p:nvSpPr>
        <p:spPr/>
        <p:txBody>
          <a:bodyPr>
            <a:normAutofit/>
          </a:bodyPr>
          <a:lstStyle/>
          <a:p>
            <a:pPr>
              <a:buNone/>
            </a:pPr>
            <a:endParaRPr lang="en-US" sz="1800" dirty="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a:latin typeface="Calibri" panose="020F0502020204030204" pitchFamily="34" charset="0"/>
                <a:ea typeface="Times New Roman" panose="02020603050405020304" pitchFamily="18" charset="0"/>
                <a:cs typeface="Calibri" panose="020F0502020204030204" pitchFamily="34" charset="0"/>
              </a:rPr>
              <a:t>Report Module:</a:t>
            </a:r>
          </a:p>
          <a:p>
            <a:pPr>
              <a:buNone/>
            </a:pPr>
            <a:endParaRPr lang="en-IN" sz="1800" b="1" dirty="0">
              <a:latin typeface="Calibri" panose="020F0502020204030204" pitchFamily="34" charset="0"/>
              <a:ea typeface="Times New Roman" panose="02020603050405020304" pitchFamily="18" charset="0"/>
              <a:cs typeface="Calibri" panose="020F0502020204030204" pitchFamily="34" charset="0"/>
            </a:endParaRPr>
          </a:p>
          <a:p>
            <a:r>
              <a:rPr lang="en-US" sz="1800" dirty="0">
                <a:latin typeface="Calibri" panose="020F0502020204030204" pitchFamily="34" charset="0"/>
                <a:ea typeface="Times New Roman" panose="02020603050405020304" pitchFamily="18" charset="0"/>
                <a:cs typeface="Calibri" panose="020F0502020204030204" pitchFamily="34" charset="0"/>
              </a:rPr>
              <a:t>In this module will be showing an overall report to the courier, customer enter the courier number then it will be showing the last update of the courier. This is an main concept of the courier tracking.</a:t>
            </a:r>
            <a:endParaRPr lang="en-IN" sz="1800" dirty="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
        <p:nvSpPr>
          <p:cNvPr id="2" name="Title 1">
            <a:extLst>
              <a:ext uri="{FF2B5EF4-FFF2-40B4-BE49-F238E27FC236}">
                <a16:creationId xmlns:a16="http://schemas.microsoft.com/office/drawing/2014/main" id="{62342F69-923A-4F80-8469-FB9067E30D8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629977" y="3053715"/>
            <a:ext cx="4428173" cy="1299210"/>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ABFE8D6D-B082-4194-B97C-7D1C15535D0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12235" y="637222"/>
            <a:ext cx="4542652" cy="5790082"/>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33</TotalTime>
  <Words>666</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Calibri</vt:lpstr>
      <vt:lpstr>Lucida Sans Unicode</vt:lpstr>
      <vt:lpstr>Symbol</vt:lpstr>
      <vt:lpstr>Times New Roman</vt:lpstr>
      <vt:lpstr>Verdana</vt:lpstr>
      <vt:lpstr>Wingdings</vt:lpstr>
      <vt:lpstr>Wingdings 2</vt:lpstr>
      <vt:lpstr>Wingdings 3</vt:lpstr>
      <vt:lpstr>Concourse</vt:lpstr>
      <vt:lpstr>COURIER SERVICE SYSTEM</vt:lpstr>
      <vt:lpstr>ABSTRACT</vt:lpstr>
      <vt:lpstr> HARDWARE SPECFICATION</vt:lpstr>
      <vt:lpstr> SOFTWARE SPECIFICATION </vt:lpstr>
      <vt:lpstr>EXISTING SYSTEM</vt:lpstr>
      <vt:lpstr>PROPOSED SYSTEM</vt:lpstr>
      <vt:lpstr>Modules</vt:lpstr>
      <vt:lpstr>PowerPoint Presentation</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18</cp:revision>
  <dcterms:created xsi:type="dcterms:W3CDTF">2021-01-26T14:06:30Z</dcterms:created>
  <dcterms:modified xsi:type="dcterms:W3CDTF">2021-01-26T17:30:34Z</dcterms:modified>
</cp:coreProperties>
</file>