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76652426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2759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080930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74131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00898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5575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0986982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5360011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14598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76556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91317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9812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735199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98011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C6E12D2-DA3A-480B-BCDF-BFB6C7EBE402}"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576669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338700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6345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C6E12D2-DA3A-480B-BCDF-BFB6C7EBE402}" type="datetimeFigureOut">
              <a:rPr lang="en-US" smtClean="0"/>
              <a:t>1/27/2021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839370045"/>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MOBILE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Mobile shop management system, this project has only one user, the admin is an owner of the shop, login into the application and using all the features. For example, the admin has several shops the single man can’t be handle the all the store in same time but this application can do it. Because this application connects all the store into a single application. He can see all the store details in a single hand. Admin can create a store and login into the application they can entries purchase and sales entry, based on this we can generate billing details, which provide all the details of the application. Which is very important to customize all these features in single application but admin can do this.</a:t>
            </a:r>
          </a:p>
          <a:p>
            <a:r>
              <a:rPr lang="en-US" sz="1800" dirty="0">
                <a:effectLst/>
                <a:latin typeface="Times New Roman" panose="02020603050405020304" pitchFamily="18" charset="0"/>
                <a:ea typeface="Calibri" panose="020F0502020204030204" pitchFamily="34" charset="0"/>
              </a:rPr>
              <a:t>The main goal of this project is an connect all the store into a single application and managing all the lifecycle of the project. The project is aimed to develop by JAVA as Front end and SQL as Back end.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85000" lnSpcReduction="10000"/>
          </a:bodyPr>
          <a:lstStyle/>
          <a:p>
            <a:pPr marL="0" marR="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process can’t help to managing the stock and billing details, these two modules are very important for mobile shop.  Which very hard to maintain the shop and no way to store the records in anywhere. But this new system everything has managed by computerized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DRAWBACKS: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existing system has the following drawbacks.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Book Antiqua" panose="02040602050305030304" pitchFamily="18" charset="0"/>
                <a:cs typeface="Times New Roman" panose="02020603050405020304" pitchFamily="18" charset="0"/>
              </a:rPr>
              <a:t>As storage and exchange of data is achieved only by use of excel sheets which lack validation capabilities, there is always risk of invalid, inaccurate or incomplete data being fed in computer</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Book Antiqua" panose="02040602050305030304" pitchFamily="18" charset="0"/>
                <a:cs typeface="Times New Roman" panose="02020603050405020304" pitchFamily="18" charset="0"/>
              </a:rPr>
              <a:t>Difficulty in managing multiple forms.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Book Antiqua" panose="02040602050305030304" pitchFamily="18" charset="0"/>
                <a:cs typeface="Times New Roman" panose="02020603050405020304" pitchFamily="18" charset="0"/>
              </a:rPr>
              <a:t>Lack of issues happen and some products are missing and we can’t find,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85000" lnSpcReduction="10000"/>
          </a:bodyPr>
          <a:lstStyle/>
          <a:p>
            <a:pPr marL="25400" marR="38100" indent="431800">
              <a:lnSpc>
                <a:spcPct val="150000"/>
              </a:lnSpc>
              <a:spcBef>
                <a:spcPts val="0"/>
              </a:spcBef>
              <a:spcAft>
                <a:spcPts val="800"/>
              </a:spcAft>
            </a:pPr>
            <a:r>
              <a:rPr lang="en-US" sz="1800" dirty="0">
                <a:effectLst/>
                <a:latin typeface="Times New Roman" panose="02020603050405020304" pitchFamily="18" charset="0"/>
                <a:ea typeface="Book Antiqua" panose="02040602050305030304" pitchFamily="18" charset="0"/>
                <a:cs typeface="Times New Roman" panose="02020603050405020304" pitchFamily="18" charset="0"/>
              </a:rPr>
              <a:t>The proposed system is computerized and has been developed using advance language therefore it gives more facilities than present system. It provides quick access to any data. This system easy to track the information about the purchase, sales, stock and billings everything. Customer details also can be managed by this process.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13970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 the information about sale, purchase will be maintaining properly in this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19050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 manual calculation of sale or all the money management will be performed by the computer automatically.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system will provide timely report information.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It will produce report for sale, bill information.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Customer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module collects all the information about the customer like, mobile number, name and address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these fields are very help to getting further details about the customer. We can easily find out the regular customers.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Employee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module will help to store the information about the employees, it collects all the information and store into the employee table. This module collect salary, mobile number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a:xfrm>
            <a:off x="1141412" y="636104"/>
            <a:ext cx="9905999" cy="5155097"/>
          </a:xfrm>
        </p:spPr>
        <p:txBody>
          <a:bodyPr>
            <a:normAutofit fontScale="92500"/>
          </a:bodyPr>
          <a:lstStyle/>
          <a:p>
            <a:pPr marL="0" marR="0" indent="0">
              <a:lnSpc>
                <a:spcPct val="150000"/>
              </a:lnSpc>
              <a:spcBef>
                <a:spcPts val="0"/>
              </a:spcBef>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Purchase Mobiles and accessories Product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module owner will added purchased mobile phones and accessories. Admin should register before selling that product. Each and every product should enter in this module, then only calculate the stock details if some items are missing to register, we can’t get the exact stock report.</a:t>
            </a:r>
          </a:p>
          <a:p>
            <a:pPr marL="0" marR="0" indent="0">
              <a:lnSpc>
                <a:spcPct val="150000"/>
              </a:lnSpc>
              <a:spcBef>
                <a:spcPts val="0"/>
              </a:spcBef>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Sales Product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module has used to register the product details before selling. So, we can identify the stock of product and billing details. Each and every sale will be store in the billing module, when enter the sales that item has reduce in the stock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Billing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can calculate billing details based on sales details. This module will generate billing details based on its sales. Billing details has shown the sales product details, it will be showing overall sales details report.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D6D4E9D8-0213-460D-A0DE-237DC81E410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405643" y="2869840"/>
            <a:ext cx="5599748" cy="1887689"/>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2B2C9733-FEDC-464B-BC98-FFCA81ABF28F}"/>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CE286348-3E42-4674-AAB9-CE902333E9C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12234" y="1323022"/>
            <a:ext cx="4953469" cy="4759726"/>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29</TotalTime>
  <Words>719</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Symbol</vt:lpstr>
      <vt:lpstr>Times New Roman</vt:lpstr>
      <vt:lpstr>Tw Cen MT</vt:lpstr>
      <vt:lpstr>Wingdings</vt:lpstr>
      <vt:lpstr>Circuit</vt:lpstr>
      <vt:lpstr>MOBILE SHOP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2021-01-27T01:12:35Z</dcterms:modified>
</cp:coreProperties>
</file>