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3" r:id="rId9"/>
    <p:sldId id="267" r:id="rId10"/>
    <p:sldId id="264"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044" autoAdjust="0"/>
    <p:restoredTop sz="94660"/>
  </p:normalViewPr>
  <p:slideViewPr>
    <p:cSldViewPr snapToGrid="0">
      <p:cViewPr varScale="1">
        <p:scale>
          <a:sx n="67" d="100"/>
          <a:sy n="67" d="100"/>
        </p:scale>
        <p:origin x="-568" y="-6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3556000" y="0"/>
            <a:ext cx="8636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127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4489157" y="533400"/>
            <a:ext cx="68072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4472589" y="3539864"/>
            <a:ext cx="6819704"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7828299" y="6557946"/>
            <a:ext cx="2669952" cy="226902"/>
          </a:xfrm>
        </p:spPr>
        <p:txBody>
          <a:bodyPr/>
          <a:lstStyle>
            <a:lvl1pPr>
              <a:defRPr lang="en-US" smtClean="0">
                <a:solidFill>
                  <a:srgbClr val="FFFFFF"/>
                </a:solidFill>
              </a:defRPr>
            </a:lvl1pPr>
            <a:extLst/>
          </a:lstStyle>
          <a:p>
            <a:fld id="{1C6E12D2-DA3A-480B-BCDF-BFB6C7EBE402}" type="datetimeFigureOut">
              <a:rPr lang="en-US" smtClean="0"/>
              <a:pPr/>
              <a:t>1/26/2021</a:t>
            </a:fld>
            <a:endParaRPr lang="en-US"/>
          </a:p>
        </p:txBody>
      </p:sp>
      <p:sp>
        <p:nvSpPr>
          <p:cNvPr id="18" name="Footer Placeholder 17"/>
          <p:cNvSpPr>
            <a:spLocks noGrp="1"/>
          </p:cNvSpPr>
          <p:nvPr>
            <p:ph type="ftr" sz="quarter" idx="11"/>
          </p:nvPr>
        </p:nvSpPr>
        <p:spPr>
          <a:xfrm>
            <a:off x="3759200" y="6557946"/>
            <a:ext cx="3903629" cy="22860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10507845" y="6556248"/>
            <a:ext cx="784448" cy="228600"/>
          </a:xfrm>
        </p:spPr>
        <p:txBody>
          <a:bodyPr/>
          <a:lstStyle>
            <a:lvl1pPr>
              <a:defRPr lang="en-US" smtClean="0">
                <a:solidFill>
                  <a:srgbClr val="FFFFFF"/>
                </a:solidFill>
              </a:defRPr>
            </a:lvl1pPr>
            <a:extLst/>
          </a:lstStyle>
          <a:p>
            <a:fld id="{F1BBC3DF-4D3E-4D62-AC24-223E50BCC8D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1BBC3DF-4D3E-4D62-AC24-223E50BCC8D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422400" y="2821838"/>
            <a:ext cx="8340651"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422400" y="1905001"/>
            <a:ext cx="8340651"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298984" y="6556810"/>
            <a:ext cx="2669952" cy="226902"/>
          </a:xfrm>
        </p:spPr>
        <p:txBody>
          <a:bodyPr bIns="0" anchor="b"/>
          <a:lstStyle>
            <a:lvl1pPr>
              <a:defRPr>
                <a:solidFill>
                  <a:schemeClr val="tx2"/>
                </a:solidFill>
              </a:defRPr>
            </a:lvl1pPr>
            <a:extLst/>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a:xfrm>
            <a:off x="2313811" y="6556810"/>
            <a:ext cx="3860800" cy="22860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8978603" y="6555112"/>
            <a:ext cx="784448" cy="228600"/>
          </a:xfrm>
        </p:spPr>
        <p:txBody>
          <a:bodyPr/>
          <a:lstStyle>
            <a:extLst/>
          </a:lstStyle>
          <a:p>
            <a:fld id="{F1BBC3DF-4D3E-4D62-AC24-223E50BCC8D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609600" y="1600201"/>
            <a:ext cx="469392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571744" y="1600201"/>
            <a:ext cx="469392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F1BBC3DF-4D3E-4D62-AC24-223E50BCC8D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5867400"/>
            <a:ext cx="469392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5571744" y="5867400"/>
            <a:ext cx="469392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1711840"/>
            <a:ext cx="469392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5571744" y="1711840"/>
            <a:ext cx="469392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F1BBC3DF-4D3E-4D62-AC24-223E50BCC8D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F1BBC3DF-4D3E-4D62-AC24-223E50BCC8D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1C6E12D2-DA3A-480B-BCDF-BFB6C7EBE402}" type="datetimeFigureOut">
              <a:rPr lang="en-US" smtClean="0"/>
              <a:pPr/>
              <a:t>1/26/2021</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extLst/>
          </a:lstStyle>
          <a:p>
            <a:fld id="{F1BBC3DF-4D3E-4D62-AC24-223E50BCC8D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786384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609600" y="1497416"/>
            <a:ext cx="786384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609600" y="2133600"/>
            <a:ext cx="9652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F1BBC3DF-4D3E-4D62-AC24-223E50BCC8D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797292" y="1004669"/>
            <a:ext cx="5759369"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795609" y="998817"/>
            <a:ext cx="5759369"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7185464" y="1143000"/>
            <a:ext cx="4572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7185464" y="3283634"/>
            <a:ext cx="4572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F1BBC3DF-4D3E-4D62-AC24-223E50BCC8DF}" type="slidenum">
              <a:rPr lang="en-US" smtClean="0"/>
              <a:pPr/>
              <a:t>‹#›</a:t>
            </a:fld>
            <a:endParaRPr lang="en-US"/>
          </a:p>
        </p:txBody>
      </p:sp>
      <p:sp>
        <p:nvSpPr>
          <p:cNvPr id="10" name="Picture Placeholder 9"/>
          <p:cNvSpPr>
            <a:spLocks noGrp="1"/>
          </p:cNvSpPr>
          <p:nvPr>
            <p:ph type="pic" idx="1"/>
          </p:nvPr>
        </p:nvSpPr>
        <p:spPr>
          <a:xfrm>
            <a:off x="884909" y="1041002"/>
            <a:ext cx="560832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1BBC3DF-4D3E-4D62-AC24-223E50BCC8D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274956"/>
            <a:ext cx="2032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43"/>
            <a:ext cx="80264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5657088" y="6557946"/>
            <a:ext cx="2669952" cy="226902"/>
          </a:xfrm>
        </p:spPr>
        <p:txBody>
          <a:bodyPr/>
          <a:lstStyle>
            <a:extLst/>
          </a:lstStyle>
          <a:p>
            <a:fld id="{1C6E12D2-DA3A-480B-BCDF-BFB6C7EBE402}" type="datetimeFigureOut">
              <a:rPr lang="en-US" smtClean="0"/>
              <a:pPr/>
              <a:t>1/26/2021</a:t>
            </a:fld>
            <a:endParaRPr lang="en-US"/>
          </a:p>
        </p:txBody>
      </p:sp>
      <p:sp>
        <p:nvSpPr>
          <p:cNvPr id="5" name="Footer Placeholder 4"/>
          <p:cNvSpPr>
            <a:spLocks noGrp="1"/>
          </p:cNvSpPr>
          <p:nvPr>
            <p:ph type="ftr" sz="quarter" idx="11"/>
          </p:nvPr>
        </p:nvSpPr>
        <p:spPr>
          <a:xfrm>
            <a:off x="609600" y="6556248"/>
            <a:ext cx="4876800" cy="228600"/>
          </a:xfrm>
        </p:spPr>
        <p:txBody>
          <a:bodyPr/>
          <a:lstStyle>
            <a:extLst/>
          </a:lstStyle>
          <a:p>
            <a:endParaRPr lang="en-US"/>
          </a:p>
        </p:txBody>
      </p:sp>
      <p:sp>
        <p:nvSpPr>
          <p:cNvPr id="6" name="Slide Number Placeholder 5"/>
          <p:cNvSpPr>
            <a:spLocks noGrp="1"/>
          </p:cNvSpPr>
          <p:nvPr>
            <p:ph type="sldNum" sz="quarter" idx="12"/>
          </p:nvPr>
        </p:nvSpPr>
        <p:spPr>
          <a:xfrm>
            <a:off x="8339328" y="6553200"/>
            <a:ext cx="784448" cy="228600"/>
          </a:xfrm>
        </p:spPr>
        <p:txBody>
          <a:bodyPr/>
          <a:lstStyle>
            <a:lvl1pPr>
              <a:defRPr>
                <a:solidFill>
                  <a:schemeClr val="tx2"/>
                </a:solidFill>
              </a:defRPr>
            </a:lvl1pPr>
            <a:extLst/>
          </a:lstStyle>
          <a:p>
            <a:fld id="{F1BBC3DF-4D3E-4D62-AC24-223E50BCC8D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10871200" y="0"/>
            <a:ext cx="13208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609600" y="320040"/>
            <a:ext cx="9652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609600" y="1609416"/>
            <a:ext cx="9652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5661248" y="6557946"/>
            <a:ext cx="2669952" cy="226902"/>
          </a:xfrm>
          <a:prstGeom prst="rect">
            <a:avLst/>
          </a:prstGeom>
        </p:spPr>
        <p:txBody>
          <a:bodyPr vert="horz" tIns="0" bIns="0" anchor="b"/>
          <a:lstStyle>
            <a:lvl1pPr algn="l" eaLnBrk="1" latinLnBrk="0" hangingPunct="1">
              <a:defRPr kumimoji="0" sz="1000">
                <a:solidFill>
                  <a:schemeClr val="tx2"/>
                </a:solidFill>
              </a:defRPr>
            </a:lvl1pPr>
            <a:extLst/>
          </a:lstStyle>
          <a:p>
            <a:fld id="{1C6E12D2-DA3A-480B-BCDF-BFB6C7EBE402}" type="datetimeFigureOut">
              <a:rPr lang="en-US" smtClean="0"/>
              <a:pPr/>
              <a:t>1/26/2021</a:t>
            </a:fld>
            <a:endParaRPr lang="en-US"/>
          </a:p>
        </p:txBody>
      </p:sp>
      <p:sp>
        <p:nvSpPr>
          <p:cNvPr id="4" name="Footer Placeholder 3"/>
          <p:cNvSpPr>
            <a:spLocks noGrp="1"/>
          </p:cNvSpPr>
          <p:nvPr>
            <p:ph type="ftr" sz="quarter" idx="3"/>
          </p:nvPr>
        </p:nvSpPr>
        <p:spPr>
          <a:xfrm>
            <a:off x="609600" y="6557946"/>
            <a:ext cx="48768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8335264" y="6556248"/>
            <a:ext cx="784448"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F1BBC3DF-4D3E-4D62-AC24-223E50BCC8D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E7D079-2B1B-40AF-AEBC-3D4705E15124}"/>
              </a:ext>
            </a:extLst>
          </p:cNvPr>
          <p:cNvSpPr>
            <a:spLocks noGrp="1"/>
          </p:cNvSpPr>
          <p:nvPr>
            <p:ph type="ctrTitle"/>
          </p:nvPr>
        </p:nvSpPr>
        <p:spPr>
          <a:xfrm>
            <a:off x="2692398" y="2255444"/>
            <a:ext cx="6815669" cy="1515533"/>
          </a:xfrm>
        </p:spPr>
        <p:txBody>
          <a:bodyPr/>
          <a:lstStyle/>
          <a:p>
            <a:r>
              <a:rPr lang="en-US" dirty="0" smtClean="0"/>
              <a:t>VEHICLE SERVICE MANAGEMENT </a:t>
            </a:r>
            <a:r>
              <a:rPr lang="en-US" dirty="0"/>
              <a:t>SYSTEM</a:t>
            </a:r>
          </a:p>
        </p:txBody>
      </p:sp>
      <p:sp>
        <p:nvSpPr>
          <p:cNvPr id="3" name="Subtitle 2">
            <a:extLst>
              <a:ext uri="{FF2B5EF4-FFF2-40B4-BE49-F238E27FC236}">
                <a16:creationId xmlns:a16="http://schemas.microsoft.com/office/drawing/2014/main" xmlns=""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xmlns=""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xmlns="" id="{5854B835-7BC2-467F-A535-7DE21884A81B}"/>
              </a:ext>
            </a:extLst>
          </p:cNvPr>
          <p:cNvSpPr>
            <a:spLocks noGrp="1"/>
          </p:cNvSpPr>
          <p:nvPr>
            <p:ph idx="1"/>
          </p:nvPr>
        </p:nvSpPr>
        <p:spPr/>
        <p:txBody>
          <a:bodyPr>
            <a:normAutofit/>
          </a:bodyPr>
          <a:lstStyle/>
          <a:p>
            <a:pPr marL="0" marR="0" indent="457200" fontAlgn="base">
              <a:lnSpc>
                <a:spcPct val="150000"/>
              </a:lnSpc>
              <a:spcAft>
                <a:spcPts val="0"/>
              </a:spcAft>
            </a:pPr>
            <a:r>
              <a:rPr lang="en-IN" sz="1800" dirty="0" smtClean="0">
                <a:latin typeface="Calibri" panose="020F0502020204030204" pitchFamily="34" charset="0"/>
                <a:ea typeface="Times New Roman" panose="02020603050405020304" pitchFamily="18" charset="0"/>
                <a:cs typeface="Times New Roman" panose="02020603050405020304" pitchFamily="18" charset="0"/>
              </a:rPr>
              <a:t>A Vehicle service management system is a part of an application in showroom or vehicle </a:t>
            </a:r>
            <a:r>
              <a:rPr lang="en-IN" sz="1800" dirty="0" err="1" smtClean="0">
                <a:latin typeface="Calibri" panose="020F0502020204030204" pitchFamily="34" charset="0"/>
                <a:ea typeface="Times New Roman" panose="02020603050405020304" pitchFamily="18" charset="0"/>
                <a:cs typeface="Times New Roman" panose="02020603050405020304" pitchFamily="18" charset="0"/>
              </a:rPr>
              <a:t>center</a:t>
            </a:r>
            <a:r>
              <a:rPr lang="en-IN" sz="1800" dirty="0" smtClean="0">
                <a:latin typeface="Calibri" panose="020F0502020204030204" pitchFamily="34" charset="0"/>
                <a:ea typeface="Times New Roman" panose="02020603050405020304" pitchFamily="18" charset="0"/>
                <a:cs typeface="Times New Roman" panose="02020603050405020304" pitchFamily="18" charset="0"/>
              </a:rPr>
              <a:t>. When customer need to promote the service in vehicle shop no need to provide vehicle in vehicle service </a:t>
            </a:r>
            <a:r>
              <a:rPr lang="en-IN" sz="1800" dirty="0" err="1" smtClean="0">
                <a:latin typeface="Calibri" panose="020F0502020204030204" pitchFamily="34" charset="0"/>
                <a:ea typeface="Times New Roman" panose="02020603050405020304" pitchFamily="18" charset="0"/>
                <a:cs typeface="Times New Roman" panose="02020603050405020304" pitchFamily="18" charset="0"/>
              </a:rPr>
              <a:t>center</a:t>
            </a:r>
            <a:r>
              <a:rPr lang="en-IN" sz="1800" dirty="0" smtClean="0">
                <a:latin typeface="Calibri" panose="020F0502020204030204" pitchFamily="34" charset="0"/>
                <a:ea typeface="Times New Roman" panose="02020603050405020304" pitchFamily="18" charset="0"/>
                <a:cs typeface="Times New Roman" panose="02020603050405020304" pitchFamily="18" charset="0"/>
              </a:rPr>
              <a:t>. Customer just visit this software then create an account themselves. The main work of admin is that create a branch and branch details, every user should have own account to use this application. Customer visit the service registration form and submitting the request once it’s completed service </a:t>
            </a:r>
            <a:r>
              <a:rPr lang="en-IN" sz="1800" dirty="0" err="1" smtClean="0">
                <a:latin typeface="Calibri" panose="020F0502020204030204" pitchFamily="34" charset="0"/>
                <a:ea typeface="Times New Roman" panose="02020603050405020304" pitchFamily="18" charset="0"/>
                <a:cs typeface="Times New Roman" panose="02020603050405020304" pitchFamily="18" charset="0"/>
              </a:rPr>
              <a:t>center</a:t>
            </a:r>
            <a:r>
              <a:rPr lang="en-IN" sz="1800" dirty="0" smtClean="0">
                <a:latin typeface="Calibri" panose="020F0502020204030204" pitchFamily="34" charset="0"/>
                <a:ea typeface="Times New Roman" panose="02020603050405020304" pitchFamily="18" charset="0"/>
                <a:cs typeface="Times New Roman" panose="02020603050405020304" pitchFamily="18" charset="0"/>
              </a:rPr>
              <a:t> workers can able to see the customer service request. Also, admin can check the billing details as date wise and branch wise details.</a:t>
            </a:r>
          </a:p>
          <a:p>
            <a:pPr marL="0" marR="0" indent="457200" fontAlgn="base">
              <a:lnSpc>
                <a:spcPct val="150000"/>
              </a:lnSpc>
              <a:spcAft>
                <a:spcPts val="0"/>
              </a:spcAft>
            </a:pPr>
            <a:r>
              <a:rPr lang="en-IN" sz="1800" dirty="0" smtClean="0">
                <a:latin typeface="Calibri" panose="020F0502020204030204" pitchFamily="34" charset="0"/>
                <a:ea typeface="Times New Roman" panose="02020603050405020304" pitchFamily="18" charset="0"/>
                <a:cs typeface="Times New Roman" panose="02020603050405020304" pitchFamily="18" charset="0"/>
              </a:rPr>
              <a:t>Our project vehicle service is a system application we create a website regarding the service appointment, pay bill for vehicles services, Spare parts, etc. vehicle application is use full for automobile workshop customers and its employees.</a:t>
            </a:r>
          </a:p>
          <a:p>
            <a:pPr marL="0" marR="0" indent="457200" fontAlgn="base">
              <a:lnSpc>
                <a:spcPct val="150000"/>
              </a:lnSpc>
              <a:spcAft>
                <a:spcPts val="0"/>
              </a:spcAft>
            </a:pP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xmlns=""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smtClean="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smtClean="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smtClean="0">
                <a:effectLst/>
                <a:latin typeface="Times New Roman" panose="02020603050405020304" pitchFamily="18" charset="0"/>
                <a:ea typeface="Calibri" panose="020F0502020204030204" pitchFamily="34" charset="0"/>
                <a:cs typeface="Times New Roman" panose="02020603050405020304" pitchFamily="18" charset="0"/>
              </a:rPr>
              <a:t>Hard Disk Drive			:  40 GB HDD</a:t>
            </a:r>
            <a:endParaRPr lang="en-US" sz="1800" dirty="0" smtClean="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xmlns=""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a:t>
            </a:r>
            <a:r>
              <a:rPr lang="en-US" sz="1800" dirty="0" smtClean="0">
                <a:latin typeface="Times New Roman" panose="02020603050405020304" pitchFamily="18" charset="0"/>
                <a:ea typeface="Calibri" panose="020F0502020204030204" pitchFamily="34" charset="0"/>
              </a:rPr>
              <a:t>SOFTWARE</a:t>
            </a:r>
            <a:r>
              <a:rPr lang="en-US" sz="1800" b="1" dirty="0" smtClean="0">
                <a:solidFill>
                  <a:srgbClr val="000000"/>
                </a:solidFill>
                <a:effectLst/>
                <a:latin typeface="Times New Roman" panose="02020603050405020304" pitchFamily="18" charset="0"/>
                <a:ea typeface="Times New Roman" panose="02020603050405020304" pitchFamily="18" charset="0"/>
              </a:rPr>
              <a:t> </a:t>
            </a:r>
            <a:r>
              <a:rPr lang="en-US" sz="1800" dirty="0">
                <a:latin typeface="Times New Roman" panose="02020603050405020304" pitchFamily="18" charset="0"/>
                <a:ea typeface="Calibri" panose="020F0502020204030204" pitchFamily="34" charset="0"/>
              </a:rPr>
              <a:t>SPECIFICATION</a:t>
            </a:r>
            <a:r>
              <a:rPr lang="en-US" sz="1800" dirty="0">
                <a:effectLst/>
                <a:latin typeface="Times New Roman" panose="02020603050405020304" pitchFamily="18" charset="0"/>
                <a:ea typeface="Times New Roman" panose="02020603050405020304" pitchFamily="18" charset="0"/>
              </a:rPr>
              <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xmlns=""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a:t>
            </a:r>
            <a:r>
              <a:rPr lang="en-US" sz="1800" dirty="0" smtClean="0">
                <a:effectLst/>
                <a:latin typeface="Times New Roman" panose="02020603050405020304" pitchFamily="18" charset="0"/>
                <a:ea typeface="Calibri" panose="020F0502020204030204" pitchFamily="34" charset="0"/>
                <a:cs typeface="Times New Roman" panose="02020603050405020304" pitchFamily="18" charset="0"/>
              </a:rPr>
              <a:t> XP/7/8/10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a:t>
            </a:r>
            <a:r>
              <a:rPr lang="en-US" sz="1800" dirty="0" smtClean="0">
                <a:effectLst/>
                <a:latin typeface="Times New Roman" panose="02020603050405020304" pitchFamily="18" charset="0"/>
                <a:ea typeface="Calibri" panose="020F0502020204030204" pitchFamily="34" charset="0"/>
                <a:cs typeface="Times New Roman" panose="02020603050405020304" pitchFamily="18" charset="0"/>
              </a:rPr>
              <a:t>MY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pPr>
            <a:r>
              <a:rPr lang="en-US" sz="1800" b="1" dirty="0">
                <a:effectLst/>
                <a:latin typeface="Times New Roman" panose="02020603050405020304" pitchFamily="18" charset="0"/>
                <a:ea typeface="Calibri" panose="020F0502020204030204" pitchFamily="34" charset="0"/>
              </a:rPr>
              <a:t/>
            </a: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xmlns=""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xmlns="" id="{B678DDFF-0C1F-4E6A-A7AF-6FD81C2BA9CF}"/>
              </a:ext>
            </a:extLst>
          </p:cNvPr>
          <p:cNvSpPr>
            <a:spLocks noGrp="1"/>
          </p:cNvSpPr>
          <p:nvPr>
            <p:ph idx="1"/>
          </p:nvPr>
        </p:nvSpPr>
        <p:spPr/>
        <p:txBody>
          <a:bodyPr>
            <a:normAutofit/>
          </a:bodyPr>
          <a:lstStyle/>
          <a:p>
            <a:endParaRPr lang="en-US" sz="1800"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In </a:t>
            </a:r>
            <a:r>
              <a:rPr lang="en-US" sz="1800" dirty="0" smtClean="0">
                <a:latin typeface="Calibri" panose="020F0502020204030204" pitchFamily="34" charset="0"/>
                <a:ea typeface="Times New Roman" panose="02020603050405020304" pitchFamily="18" charset="0"/>
                <a:cs typeface="Calibri" panose="020F0502020204030204" pitchFamily="34" charset="0"/>
              </a:rPr>
              <a:t>this existing the customer need to give a service then they went to service center and waiting a long time for service our vehicle. </a:t>
            </a:r>
            <a:endParaRPr lang="en-US" sz="1800"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We </a:t>
            </a:r>
            <a:r>
              <a:rPr lang="en-US" sz="1800" dirty="0" smtClean="0">
                <a:latin typeface="Calibri" panose="020F0502020204030204" pitchFamily="34" charset="0"/>
                <a:ea typeface="Times New Roman" panose="02020603050405020304" pitchFamily="18" charset="0"/>
                <a:cs typeface="Calibri" panose="020F0502020204030204" pitchFamily="34" charset="0"/>
              </a:rPr>
              <a:t>need to sell or a purchase a vehicle is more irritating for us</a:t>
            </a:r>
            <a:r>
              <a:rPr lang="en-US" sz="1800" dirty="0" smtClean="0">
                <a:latin typeface="Calibri" panose="020F0502020204030204" pitchFamily="34" charset="0"/>
                <a:ea typeface="Times New Roman" panose="02020603050405020304" pitchFamily="18" charset="0"/>
                <a:cs typeface="Calibri" panose="020F0502020204030204" pitchFamily="34" charset="0"/>
              </a:rPr>
              <a:t>.</a:t>
            </a:r>
          </a:p>
          <a:p>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marL="0" indent="0">
              <a:buNone/>
            </a:pPr>
            <a:r>
              <a:rPr lang="en-US" sz="2400" b="1" kern="100" dirty="0" smtClean="0">
                <a:latin typeface="Calibri" panose="020F0502020204030204" pitchFamily="34" charset="0"/>
              </a:rPr>
              <a:t>Drawbacks</a:t>
            </a:r>
            <a:r>
              <a:rPr lang="en-US" sz="1800" b="1" kern="100" dirty="0" smtClean="0">
                <a:latin typeface="Calibri" panose="020F0502020204030204" pitchFamily="34" charset="0"/>
              </a:rPr>
              <a:t>:</a:t>
            </a:r>
            <a:endParaRPr lang="en-US" sz="1800" b="1" kern="100" dirty="0">
              <a:latin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The </a:t>
            </a:r>
            <a:r>
              <a:rPr lang="en-US" sz="1800" dirty="0" smtClean="0">
                <a:latin typeface="Calibri" panose="020F0502020204030204" pitchFamily="34" charset="0"/>
                <a:ea typeface="Times New Roman" panose="02020603050405020304" pitchFamily="18" charset="0"/>
                <a:cs typeface="Calibri" panose="020F0502020204030204" pitchFamily="34" charset="0"/>
              </a:rPr>
              <a:t>existing </a:t>
            </a:r>
            <a:r>
              <a:rPr lang="en-US" sz="1800" dirty="0" smtClean="0">
                <a:latin typeface="Calibri" panose="020F0502020204030204" pitchFamily="34" charset="0"/>
                <a:ea typeface="Times New Roman" panose="02020603050405020304" pitchFamily="18" charset="0"/>
                <a:cs typeface="Calibri" panose="020F0502020204030204" pitchFamily="34" charset="0"/>
              </a:rPr>
              <a:t>system has the following drawbacks.</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 Someone don’t know about service center which is best</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 We don’t compare to the other service center so the money was waste.</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 Waste of Time</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marL="0" indent="0">
              <a:buNone/>
            </a:pPr>
            <a:endParaRPr lang="en-US" dirty="0"/>
          </a:p>
        </p:txBody>
      </p:sp>
    </p:spTree>
    <p:extLst>
      <p:ext uri="{BB962C8B-B14F-4D97-AF65-F5344CB8AC3E}">
        <p14:creationId xmlns:p14="http://schemas.microsoft.com/office/powerpoint/2010/main" xmlns=""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xmlns="" id="{76E19CB4-FA1C-4ED5-AFF1-B82455ED53A4}"/>
              </a:ext>
            </a:extLst>
          </p:cNvPr>
          <p:cNvSpPr>
            <a:spLocks noGrp="1"/>
          </p:cNvSpPr>
          <p:nvPr>
            <p:ph idx="1"/>
          </p:nvPr>
        </p:nvSpPr>
        <p:spPr/>
        <p:txBody>
          <a:bodyPr>
            <a:normAutofit/>
          </a:bodyPr>
          <a:lstStyle/>
          <a:p>
            <a:pPr marL="0" indent="0">
              <a:buNone/>
            </a:pPr>
            <a:r>
              <a:rPr lang="en-US" sz="1800" dirty="0">
                <a:effectLst/>
                <a:latin typeface="Calibri" panose="020F0502020204030204" pitchFamily="34" charset="0"/>
                <a:ea typeface="Times New Roman" panose="02020603050405020304" pitchFamily="18" charset="0"/>
              </a:rPr>
              <a:t>	</a:t>
            </a:r>
            <a:r>
              <a:rPr lang="en-US" sz="1800" dirty="0" smtClean="0">
                <a:latin typeface="Calibri" panose="020F0502020204030204" pitchFamily="34" charset="0"/>
                <a:ea typeface="Times New Roman" panose="02020603050405020304" pitchFamily="18" charset="0"/>
                <a:cs typeface="Calibri" panose="020F0502020204030204" pitchFamily="34" charset="0"/>
              </a:rPr>
              <a:t>The customer is supposed to take an appointment for their vehicle to be serviced. At most first, the customer is supposed to register his/her name, their personal details including their contact no and email id. Next, they are supposed to enter their vehicle information. As soon as they take an appointment, an appointment number will be given to them included with the date and time of the vehicle service. This will be generated by the automated system. The receptionist will note down this appointment number and on that particular day, the number will be verified with the customer. </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marL="0" indent="0">
              <a:buNone/>
            </a:pPr>
            <a:endParaRPr lang="en-US" sz="1800" b="1" kern="100" dirty="0">
              <a:latin typeface="Calibri" panose="020F0502020204030204" pitchFamily="34" charset="0"/>
            </a:endParaRPr>
          </a:p>
          <a:p>
            <a:pPr marL="0" indent="0">
              <a:buNone/>
            </a:pPr>
            <a:r>
              <a:rPr lang="en-US" sz="1800" b="1" kern="100" dirty="0" smtClean="0">
                <a:latin typeface="Calibri" panose="020F0502020204030204" pitchFamily="34" charset="0"/>
              </a:rPr>
              <a:t>Features :</a:t>
            </a:r>
            <a:endParaRPr lang="en-US" sz="1800" b="1" kern="100" dirty="0">
              <a:latin typeface="Times New Roman" panose="02020603050405020304" pitchFamily="18" charset="0"/>
            </a:endParaRPr>
          </a:p>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It tracks all the information about the customer</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Easily Maintaining daily service profit details</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lvl="0"/>
            <a:r>
              <a:rPr lang="en-US" sz="1800" dirty="0" smtClean="0">
                <a:latin typeface="Calibri" panose="020F0502020204030204" pitchFamily="34" charset="0"/>
                <a:ea typeface="Times New Roman" panose="02020603050405020304" pitchFamily="18" charset="0"/>
                <a:cs typeface="Calibri" panose="020F0502020204030204" pitchFamily="34" charset="0"/>
              </a:rPr>
              <a:t>User easily identify vehicle quality </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Maintain user feedback</a:t>
            </a:r>
          </a:p>
        </p:txBody>
      </p:sp>
    </p:spTree>
    <p:extLst>
      <p:ext uri="{BB962C8B-B14F-4D97-AF65-F5344CB8AC3E}">
        <p14:creationId xmlns:p14="http://schemas.microsoft.com/office/powerpoint/2010/main" xmlns=""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xmlns="" id="{C08555ED-5306-4AC3-82F6-94DC618DC81F}"/>
              </a:ext>
            </a:extLst>
          </p:cNvPr>
          <p:cNvSpPr>
            <a:spLocks noGrp="1"/>
          </p:cNvSpPr>
          <p:nvPr>
            <p:ph idx="1"/>
          </p:nvPr>
        </p:nvSpPr>
        <p:spPr/>
        <p:txBody>
          <a:bodyPr>
            <a:normAutofit/>
          </a:bodyPr>
          <a:lstStyle/>
          <a:p>
            <a:pPr>
              <a:buNone/>
            </a:pPr>
            <a:endParaRPr lang="en-US" sz="1800" b="1"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800" b="1" dirty="0" smtClean="0">
                <a:latin typeface="Calibri" panose="020F0502020204030204" pitchFamily="34" charset="0"/>
                <a:ea typeface="Times New Roman" panose="02020603050405020304" pitchFamily="18" charset="0"/>
                <a:cs typeface="Calibri" panose="020F0502020204030204" pitchFamily="34" charset="0"/>
              </a:rPr>
              <a:t>Customer Registration</a:t>
            </a:r>
          </a:p>
          <a:p>
            <a:pPr>
              <a:buNone/>
            </a:pPr>
            <a:endParaRPr lang="en-IN" sz="18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Here user can manually create registration by collection some fields </a:t>
            </a:r>
            <a:r>
              <a:rPr lang="en-US" sz="1800" dirty="0" err="1" smtClean="0">
                <a:latin typeface="Calibri" panose="020F0502020204030204" pitchFamily="34" charset="0"/>
                <a:ea typeface="Times New Roman" panose="02020603050405020304" pitchFamily="18" charset="0"/>
                <a:cs typeface="Calibri" panose="020F0502020204030204" pitchFamily="34" charset="0"/>
              </a:rPr>
              <a:t>datas</a:t>
            </a:r>
            <a:r>
              <a:rPr lang="en-US" sz="1800" dirty="0" smtClean="0">
                <a:latin typeface="Calibri" panose="020F0502020204030204" pitchFamily="34" charset="0"/>
                <a:ea typeface="Times New Roman" panose="02020603050405020304" pitchFamily="18" charset="0"/>
                <a:cs typeface="Calibri" panose="020F0502020204030204" pitchFamily="34" charset="0"/>
              </a:rPr>
              <a:t> like, user name mobile number, address etc.…using username and password to login into this application. </a:t>
            </a:r>
            <a:endParaRPr lang="en-US" sz="1800"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This </a:t>
            </a:r>
            <a:r>
              <a:rPr lang="en-US" sz="1800" dirty="0" smtClean="0">
                <a:latin typeface="Calibri" panose="020F0502020204030204" pitchFamily="34" charset="0"/>
                <a:ea typeface="Times New Roman" panose="02020603050405020304" pitchFamily="18" charset="0"/>
                <a:cs typeface="Calibri" panose="020F0502020204030204" pitchFamily="34" charset="0"/>
              </a:rPr>
              <a:t>is an first entry module to collect the information from the user</a:t>
            </a:r>
            <a:r>
              <a:rPr lang="en-US" sz="1800" dirty="0" smtClean="0">
                <a:latin typeface="Calibri" panose="020F0502020204030204" pitchFamily="34" charset="0"/>
                <a:ea typeface="Times New Roman" panose="02020603050405020304" pitchFamily="18" charset="0"/>
                <a:cs typeface="Calibri" panose="020F0502020204030204" pitchFamily="34" charset="0"/>
              </a:rPr>
              <a:t>.</a:t>
            </a:r>
          </a:p>
          <a:p>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800" b="1" dirty="0" smtClean="0">
                <a:latin typeface="Calibri" panose="020F0502020204030204" pitchFamily="34" charset="0"/>
                <a:ea typeface="Times New Roman" panose="02020603050405020304" pitchFamily="18" charset="0"/>
                <a:cs typeface="Calibri" panose="020F0502020204030204" pitchFamily="34" charset="0"/>
              </a:rPr>
              <a:t>Branch </a:t>
            </a:r>
            <a:r>
              <a:rPr lang="en-US" sz="1800" b="1" dirty="0" smtClean="0">
                <a:latin typeface="Calibri" panose="020F0502020204030204" pitchFamily="34" charset="0"/>
                <a:ea typeface="Times New Roman" panose="02020603050405020304" pitchFamily="18" charset="0"/>
                <a:cs typeface="Calibri" panose="020F0502020204030204" pitchFamily="34" charset="0"/>
              </a:rPr>
              <a:t>Registration</a:t>
            </a:r>
          </a:p>
          <a:p>
            <a:pPr>
              <a:buNone/>
            </a:pPr>
            <a:endParaRPr lang="en-IN" sz="18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In </a:t>
            </a:r>
            <a:r>
              <a:rPr lang="en-US" sz="1800" dirty="0" smtClean="0">
                <a:latin typeface="Calibri" panose="020F0502020204030204" pitchFamily="34" charset="0"/>
                <a:ea typeface="Times New Roman" panose="02020603050405020304" pitchFamily="18" charset="0"/>
                <a:cs typeface="Calibri" panose="020F0502020204030204" pitchFamily="34" charset="0"/>
              </a:rPr>
              <a:t>this module user can create the different branch, based on this branch user can submit the service. </a:t>
            </a:r>
            <a:endParaRPr lang="en-US" sz="1800"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This </a:t>
            </a:r>
            <a:r>
              <a:rPr lang="en-US" sz="1800" dirty="0" smtClean="0">
                <a:latin typeface="Calibri" panose="020F0502020204030204" pitchFamily="34" charset="0"/>
                <a:ea typeface="Times New Roman" panose="02020603050405020304" pitchFamily="18" charset="0"/>
                <a:cs typeface="Calibri" panose="020F0502020204030204" pitchFamily="34" charset="0"/>
              </a:rPr>
              <a:t>module will be handling several branch details in a single screen and user friendly.</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xmlns=""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0B8F9E25-F29C-4FEA-ACB4-6D6057146BE7}"/>
              </a:ext>
            </a:extLst>
          </p:cNvPr>
          <p:cNvSpPr>
            <a:spLocks noGrp="1"/>
          </p:cNvSpPr>
          <p:nvPr>
            <p:ph idx="1"/>
          </p:nvPr>
        </p:nvSpPr>
        <p:spPr/>
        <p:txBody>
          <a:bodyPr>
            <a:normAutofit/>
          </a:bodyPr>
          <a:lstStyle/>
          <a:p>
            <a:pPr>
              <a:buNone/>
            </a:pPr>
            <a:endParaRPr lang="en-US" sz="1800" b="1"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800" b="1" dirty="0" smtClean="0">
                <a:latin typeface="Calibri" panose="020F0502020204030204" pitchFamily="34" charset="0"/>
                <a:ea typeface="Times New Roman" panose="02020603050405020304" pitchFamily="18" charset="0"/>
                <a:cs typeface="Calibri" panose="020F0502020204030204" pitchFamily="34" charset="0"/>
              </a:rPr>
              <a:t>Service Registration</a:t>
            </a:r>
          </a:p>
          <a:p>
            <a:pPr>
              <a:buNone/>
            </a:pPr>
            <a:endParaRPr lang="en-IN" sz="18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dirty="0" smtClean="0"/>
              <a:t>	</a:t>
            </a:r>
            <a:r>
              <a:rPr lang="en-US" sz="1800" dirty="0" smtClean="0">
                <a:latin typeface="Calibri" panose="020F0502020204030204" pitchFamily="34" charset="0"/>
                <a:ea typeface="Times New Roman" panose="02020603050405020304" pitchFamily="18" charset="0"/>
                <a:cs typeface="Calibri" panose="020F0502020204030204" pitchFamily="34" charset="0"/>
              </a:rPr>
              <a:t>When user need to service their vehicle use this module and request to the service center. </a:t>
            </a:r>
            <a:r>
              <a:rPr lang="en-US" sz="1800" dirty="0" smtClean="0">
                <a:latin typeface="Calibri" panose="020F0502020204030204" pitchFamily="34" charset="0"/>
                <a:ea typeface="Times New Roman" panose="02020603050405020304" pitchFamily="18" charset="0"/>
                <a:cs typeface="Calibri" panose="020F0502020204030204" pitchFamily="34" charset="0"/>
              </a:rPr>
              <a:t>Which module collect the all the information about the vehicle</a:t>
            </a:r>
            <a:r>
              <a:rPr lang="en-US" sz="1800" dirty="0" smtClean="0">
                <a:latin typeface="Calibri" panose="020F0502020204030204" pitchFamily="34" charset="0"/>
                <a:ea typeface="Times New Roman" panose="02020603050405020304" pitchFamily="18" charset="0"/>
                <a:cs typeface="Calibri" panose="020F0502020204030204" pitchFamily="34" charset="0"/>
              </a:rPr>
              <a:t>.</a:t>
            </a:r>
          </a:p>
          <a:p>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a:p>
            <a:pPr>
              <a:buNone/>
            </a:pPr>
            <a:r>
              <a:rPr lang="en-US" sz="1800" b="1" dirty="0" smtClean="0">
                <a:latin typeface="Calibri" panose="020F0502020204030204" pitchFamily="34" charset="0"/>
                <a:ea typeface="Times New Roman" panose="02020603050405020304" pitchFamily="18" charset="0"/>
                <a:cs typeface="Calibri" panose="020F0502020204030204" pitchFamily="34" charset="0"/>
              </a:rPr>
              <a:t>Customer </a:t>
            </a:r>
            <a:r>
              <a:rPr lang="en-US" sz="1800" b="1" dirty="0" smtClean="0">
                <a:latin typeface="Calibri" panose="020F0502020204030204" pitchFamily="34" charset="0"/>
                <a:ea typeface="Times New Roman" panose="02020603050405020304" pitchFamily="18" charset="0"/>
                <a:cs typeface="Calibri" panose="020F0502020204030204" pitchFamily="34" charset="0"/>
              </a:rPr>
              <a:t>Details</a:t>
            </a:r>
          </a:p>
          <a:p>
            <a:pPr>
              <a:buNone/>
            </a:pPr>
            <a:endParaRPr lang="en-IN" sz="1800" b="1" dirty="0" smtClean="0">
              <a:latin typeface="Calibri" panose="020F0502020204030204" pitchFamily="34" charset="0"/>
              <a:ea typeface="Times New Roman" panose="02020603050405020304" pitchFamily="18" charset="0"/>
              <a:cs typeface="Calibri" panose="020F0502020204030204" pitchFamily="34" charset="0"/>
            </a:endParaRPr>
          </a:p>
          <a:p>
            <a:r>
              <a:rPr lang="en-US" sz="1800" b="1" dirty="0" smtClean="0"/>
              <a:t>	</a:t>
            </a:r>
            <a:r>
              <a:rPr lang="en-US" sz="1800" dirty="0" smtClean="0">
                <a:latin typeface="Calibri" panose="020F0502020204030204" pitchFamily="34" charset="0"/>
                <a:ea typeface="Times New Roman" panose="02020603050405020304" pitchFamily="18" charset="0"/>
                <a:cs typeface="Calibri" panose="020F0502020204030204" pitchFamily="34" charset="0"/>
              </a:rPr>
              <a:t>Admin can check all the customer’s details if admin need to contact the customer information can get easily. Also admin have access to delete customer due to any un-necessary customers.  </a:t>
            </a:r>
            <a:endParaRPr lang="en-IN" sz="1800" dirty="0" smtClean="0">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xmlns=""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342F69-923A-4F80-8469-FB9067E30D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xmlns="" id="{68DDDC8A-04BB-42C9-B0EC-BF82D0492888}"/>
              </a:ext>
            </a:extLst>
          </p:cNvPr>
          <p:cNvSpPr>
            <a:spLocks noGrp="1"/>
          </p:cNvSpPr>
          <p:nvPr>
            <p:ph idx="1"/>
          </p:nvPr>
        </p:nvSpPr>
        <p:spPr/>
        <p:txBody>
          <a:bodyPr>
            <a:normAutofit/>
          </a:bodyPr>
          <a:lstStyle/>
          <a:p>
            <a:pPr marL="0" marR="0" indent="0">
              <a:lnSpc>
                <a:spcPct val="150000"/>
              </a:lnSpc>
              <a:spcAft>
                <a:spcPts val="1000"/>
              </a:spcAft>
              <a:buNone/>
            </a:pPr>
            <a:endParaRPr lang="en-US" sz="1800" b="1" dirty="0" smtClean="0">
              <a:effectLst/>
              <a:latin typeface="Calibri" panose="020F0502020204030204" pitchFamily="34" charset="0"/>
              <a:ea typeface="Times New Roman" panose="02020603050405020304" pitchFamily="18" charset="0"/>
              <a:cs typeface="Calibri" panose="020F0502020204030204" pitchFamily="34" charset="0"/>
            </a:endParaRPr>
          </a:p>
          <a:p>
            <a:pPr marL="0" marR="0" indent="0">
              <a:lnSpc>
                <a:spcPct val="150000"/>
              </a:lnSpc>
              <a:spcAft>
                <a:spcPts val="1000"/>
              </a:spcAft>
              <a:buNone/>
            </a:pPr>
            <a:r>
              <a:rPr lang="en-US" sz="1800" b="1" dirty="0" smtClean="0">
                <a:effectLst/>
                <a:latin typeface="Calibri" panose="020F0502020204030204" pitchFamily="34" charset="0"/>
                <a:ea typeface="Times New Roman" panose="02020603050405020304" pitchFamily="18" charset="0"/>
                <a:cs typeface="Calibri" panose="020F0502020204030204" pitchFamily="34" charset="0"/>
              </a:rPr>
              <a:t>Billing Module</a:t>
            </a:r>
            <a:endParaRPr lang="en-US" sz="1800" dirty="0" smtClean="0">
              <a:effectLst/>
              <a:latin typeface="Calibri" panose="020F0502020204030204" pitchFamily="34" charset="0"/>
              <a:ea typeface="Times New Roman" panose="02020603050405020304" pitchFamily="18" charset="0"/>
              <a:cs typeface="Times New Roman" panose="02020603050405020304" pitchFamily="18" charset="0"/>
            </a:endParaRPr>
          </a:p>
          <a:p>
            <a:r>
              <a:rPr lang="en-US" sz="1800" dirty="0" smtClean="0">
                <a:latin typeface="Calibri" panose="020F0502020204030204" pitchFamily="34" charset="0"/>
                <a:ea typeface="Times New Roman" panose="02020603050405020304" pitchFamily="18" charset="0"/>
                <a:cs typeface="Calibri" panose="020F0502020204030204" pitchFamily="34" charset="0"/>
              </a:rPr>
              <a:t>In this module user and admin saw the detail about billing details, we can see the billing details as a date wise and branch </a:t>
            </a:r>
            <a:r>
              <a:rPr lang="en-US" sz="1800" dirty="0" smtClean="0">
                <a:latin typeface="Calibri" panose="020F0502020204030204" pitchFamily="34" charset="0"/>
                <a:ea typeface="Times New Roman" panose="02020603050405020304" pitchFamily="18" charset="0"/>
                <a:cs typeface="Calibri" panose="020F0502020204030204" pitchFamily="34" charset="0"/>
              </a:rPr>
              <a:t>wise.</a:t>
            </a:r>
            <a:endParaRPr lang="en-US" sz="1800" dirty="0">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xmlns="" val="3121811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xmlns="" id="{4302C280-D2B7-46AA-9A87-E36DB7A0CB3D}"/>
              </a:ext>
            </a:extLst>
          </p:cNvPr>
          <p:cNvSpPr>
            <a:spLocks noGrp="1"/>
          </p:cNvSpPr>
          <p:nvPr>
            <p:ph idx="1"/>
          </p:nvPr>
        </p:nvSpPr>
        <p:spPr/>
        <p:txBody>
          <a:bodyPr/>
          <a:lstStyle/>
          <a:p>
            <a:pPr>
              <a:spcBef>
                <a:spcPct val="0"/>
              </a:spcBef>
              <a:buNone/>
            </a:pPr>
            <a:r>
              <a:rPr lang="en-US" sz="3800" b="1" cap="all" dirty="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latin typeface="+mj-lt"/>
                <a:ea typeface="+mj-ea"/>
                <a:cs typeface="+mj-cs"/>
              </a:rPr>
              <a:t>Level </a:t>
            </a:r>
            <a:r>
              <a:rPr lang="en-US" sz="3800" b="1" cap="all" dirty="0" smtClean="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latin typeface="+mj-lt"/>
                <a:ea typeface="+mj-ea"/>
                <a:cs typeface="+mj-cs"/>
              </a:rPr>
              <a:t>0:</a:t>
            </a:r>
            <a:endParaRPr lang="en-US" sz="3800" b="1" cap="all" dirty="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latin typeface="+mj-lt"/>
              <a:ea typeface="+mj-ea"/>
              <a:cs typeface="+mj-cs"/>
            </a:endParaRPr>
          </a:p>
          <a:p>
            <a:pPr marL="0" indent="0">
              <a:buNone/>
            </a:pPr>
            <a:endParaRPr lang="en-US" dirty="0"/>
          </a:p>
          <a:p>
            <a:pPr marL="0" indent="0">
              <a:buNone/>
            </a:pPr>
            <a:endParaRPr lang="en-US" dirty="0"/>
          </a:p>
        </p:txBody>
      </p:sp>
      <p:pic>
        <p:nvPicPr>
          <p:cNvPr id="6" name="Picture 5"/>
          <p:cNvPicPr/>
          <p:nvPr/>
        </p:nvPicPr>
        <p:blipFill>
          <a:blip r:embed="rId2">
            <a:extLst>
              <a:ext uri="{28A0092B-C50C-407E-A947-70E740481C1C}">
                <a14:useLocalDpi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2324101" y="3291840"/>
            <a:ext cx="5600382" cy="1356360"/>
          </a:xfrm>
          <a:prstGeom prst="rect">
            <a:avLst/>
          </a:prstGeom>
          <a:noFill/>
          <a:ln>
            <a:noFill/>
          </a:ln>
        </p:spPr>
      </p:pic>
    </p:spTree>
    <p:extLst>
      <p:ext uri="{BB962C8B-B14F-4D97-AF65-F5344CB8AC3E}">
        <p14:creationId xmlns:p14="http://schemas.microsoft.com/office/powerpoint/2010/main" xmlns="" val="359068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C1EEFF-B3ED-40E0-9C29-20B24F396040}"/>
              </a:ext>
            </a:extLst>
          </p:cNvPr>
          <p:cNvSpPr>
            <a:spLocks noGrp="1"/>
          </p:cNvSpPr>
          <p:nvPr>
            <p:ph type="title"/>
          </p:nvPr>
        </p:nvSpPr>
        <p:spPr/>
        <p:txBody>
          <a:bodyPr/>
          <a:lstStyle/>
          <a:p>
            <a:pPr algn="l"/>
            <a:r>
              <a:rPr lang="en-US" dirty="0"/>
              <a:t>Level 1:</a:t>
            </a:r>
          </a:p>
        </p:txBody>
      </p:sp>
      <p:pic>
        <p:nvPicPr>
          <p:cNvPr id="5" name="Content Placeholder 4"/>
          <p:cNvPicPr>
            <a:picLocks noGrp="1"/>
          </p:cNvPicPr>
          <p:nvPr>
            <p:ph idx="1"/>
          </p:nvPr>
        </p:nvPicPr>
        <p:blipFill>
          <a:blip r:embed="rId2">
            <a:extLst>
              <a:ext uri="{28A0092B-C50C-407E-A947-70E740481C1C}">
                <a14:useLocalDpi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2822574" y="1990725"/>
            <a:ext cx="5692776" cy="4286250"/>
          </a:xfrm>
          <a:prstGeom prst="rect">
            <a:avLst/>
          </a:prstGeom>
          <a:noFill/>
          <a:ln>
            <a:noFill/>
          </a:ln>
        </p:spPr>
      </p:pic>
    </p:spTree>
    <p:extLst>
      <p:ext uri="{BB962C8B-B14F-4D97-AF65-F5344CB8AC3E}">
        <p14:creationId xmlns:p14="http://schemas.microsoft.com/office/powerpoint/2010/main" xmlns="" val="1535404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xmlns=""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xmlns="" val="32246677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37</TotalTime>
  <Words>381</Words>
  <Application>Microsoft Office PowerPoint</Application>
  <PresentationFormat>Custom</PresentationFormat>
  <Paragraphs>57</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Opulent</vt:lpstr>
      <vt:lpstr>VEHICLE SERVICE MANAGEMENT SYSTEM</vt:lpstr>
      <vt:lpstr>ABSTRACT</vt:lpstr>
      <vt:lpstr> HARDWARE SPECFICATION</vt:lpstr>
      <vt:lpstr> SOFTWARE SPECIFICATION </vt:lpstr>
      <vt:lpstr>EXISTING SYSTEM</vt:lpstr>
      <vt:lpstr>PROPOSED SYSTEM</vt:lpstr>
      <vt:lpstr>Modules</vt:lpstr>
      <vt:lpstr>Slide 8</vt:lpstr>
      <vt:lpstr>Slide 9</vt:lpstr>
      <vt:lpstr>Data Flow Diagram</vt:lpstr>
      <vt:lpstr>Level 1:</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Madhan</cp:lastModifiedBy>
  <cp:revision>10</cp:revision>
  <dcterms:created xsi:type="dcterms:W3CDTF">2021-01-26T14:06:30Z</dcterms:created>
  <dcterms:modified xsi:type="dcterms:W3CDTF">2021-01-26T15:49:02Z</dcterms:modified>
</cp:coreProperties>
</file>