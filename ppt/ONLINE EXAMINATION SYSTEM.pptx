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945033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78004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181775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16244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649574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3404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265731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91967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354748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60406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287431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880770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868886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576188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1C6E12D2-DA3A-480B-BCDF-BFB6C7EBE402}" type="datetimeFigureOut">
              <a:rPr lang="en-US" smtClean="0"/>
              <a:t>1/26/2021</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1486434913"/>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ONLINE EXAMINATION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92500" lnSpcReduction="20000"/>
          </a:bodyPr>
          <a:lstStyle/>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Online Examination System is an electronic application. This framework will help the college/Institution to assess the inquiry have different alternative with one right reply. The college/Institution can direct the online examination and report the outcome in a couple time. </a:t>
            </a: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examination office is in charge of the creating the inquiry paper and it would be totally secure. Online Examination framework give remotely access to understudies. It assists the inspector with reducing the work of leading exam, checking answer sheets and producing result. All this work is finished by the machine. </a:t>
            </a: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All the information is put away on the server. What’s more, customers can get to these databases and give exam. There are two sorts of exam segment Practice and Real test. Understudies can give both tests. Right answer will be highlighted in diverse shading. Subsequent to submitting test the outcome will be created and examinations is done on the premise of result and send it to every single understudy</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PHP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ORACLE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92500" lnSpcReduction="20000"/>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whole process of assigning test and evaluating their scores after the test, was done manually till date. Processing the test paper i.e. checking and distributing respective scores used to take time when the software was not installed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current system is very time consuming.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take exam of more candidates more invigilators are required but no need of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invigilator in case of online examination.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chances of paper leakage are more in current system as compared to proposed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Result processing takes more time as it is done manually.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85000" lnSpcReduction="10000"/>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online test created for taking online test has following features. In comparison to the present system the proposed system will be less time consuming and is more efficient. Result will be very precise and accurate and will be declared in very short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span of time because calculation and evaluations are done by the simulator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itself.</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proposed system is very secure as no chances of leakage of question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paper as it is dependent on the administrator only.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logs of appeared candidates and their marks are stored and can be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backup for future use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0"/>
              </a:spcAft>
              <a:buSzPts val="110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Student Registration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module collects the information about the student, which collect name, roll number, register number and class details. It may depend on the school or college once student has registered can able to attend the test.</a:t>
            </a:r>
          </a:p>
          <a:p>
            <a:pPr marL="0" marR="0" lvl="0" indent="0">
              <a:lnSpc>
                <a:spcPct val="150000"/>
              </a:lnSpc>
              <a:spcBef>
                <a:spcPts val="0"/>
              </a:spcBef>
              <a:spcAft>
                <a:spcPts val="0"/>
              </a:spcAft>
              <a:buSzPts val="110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Add questions &amp; answers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Admin or teachers create the question and answer to the question registration screen and update the answer first. Then the system validates the question and answers and provide the results.</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lnSpcReduction="10000"/>
          </a:bodyPr>
          <a:lstStyle/>
          <a:p>
            <a:pPr marL="0" marR="0" lvl="0" indent="0">
              <a:lnSpc>
                <a:spcPct val="150000"/>
              </a:lnSpc>
              <a:spcBef>
                <a:spcPts val="0"/>
              </a:spcBef>
              <a:spcAft>
                <a:spcPts val="0"/>
              </a:spcAft>
              <a:buSzPts val="110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Admin &amp; student login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Here admin login is act as a register and questions sheet, and student login will be used to attend the test</a:t>
            </a:r>
          </a:p>
          <a:p>
            <a:pPr marL="0" marR="0" lvl="0" indent="0">
              <a:lnSpc>
                <a:spcPct val="150000"/>
              </a:lnSpc>
              <a:spcBef>
                <a:spcPts val="0"/>
              </a:spcBef>
              <a:spcAft>
                <a:spcPts val="0"/>
              </a:spcAft>
              <a:buSzPts val="110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Take Exam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Once the student after login can attend the exam, here there’s a limitation time to attend the exam, which has strictly followed by the admin.</a:t>
            </a:r>
          </a:p>
          <a:p>
            <a:pPr marL="0" marR="0" lvl="0" indent="0">
              <a:lnSpc>
                <a:spcPct val="150000"/>
              </a:lnSpc>
              <a:spcBef>
                <a:spcPts val="0"/>
              </a:spcBef>
              <a:spcAft>
                <a:spcPts val="0"/>
              </a:spcAft>
              <a:buSzPts val="110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Exam result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exam result can be generated with in a second, background it’s validated the question and suitable answers, here the minus marks also we are focusing to implement.</a:t>
            </a: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C87281E1-054A-4D9A-B5DA-E4BE6214B80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19842" y="3015615"/>
            <a:ext cx="6781897" cy="1940698"/>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100F119A-6131-4B8B-A0AF-CCC9E0B55EC2}"/>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DE89E377-91F8-4FD4-86EA-C9DE2D98D39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07155" y="1454150"/>
            <a:ext cx="6389784" cy="5079172"/>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23</TotalTime>
  <Words>634</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Century Gothic</vt:lpstr>
      <vt:lpstr>Symbol</vt:lpstr>
      <vt:lpstr>Times New Roman</vt:lpstr>
      <vt:lpstr>Wingdings</vt:lpstr>
      <vt:lpstr>Wingdings 2</vt:lpstr>
      <vt:lpstr>Quotable</vt:lpstr>
      <vt:lpstr>ONLINE EXAMINATION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5</cp:revision>
  <dcterms:created xsi:type="dcterms:W3CDTF">2021-01-26T14:06:30Z</dcterms:created>
  <dcterms:modified xsi:type="dcterms:W3CDTF">2021-01-26T16:05:42Z</dcterms:modified>
</cp:coreProperties>
</file>