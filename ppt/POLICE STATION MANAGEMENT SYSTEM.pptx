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F1BBC3DF-4D3E-4D62-AC24-223E50BCC8DF}"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160460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841650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05037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88861988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15519181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575080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045716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56875237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567906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072285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830445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C6E12D2-DA3A-480B-BCDF-BFB6C7EBE402}" type="datetimeFigureOut">
              <a:rPr lang="en-US" smtClean="0"/>
              <a:t>1/28/2021</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71817543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7" y="2255444"/>
            <a:ext cx="8015359" cy="1515533"/>
          </a:xfrm>
        </p:spPr>
        <p:txBody>
          <a:bodyPr>
            <a:normAutofit fontScale="90000"/>
          </a:bodyPr>
          <a:lstStyle/>
          <a:p>
            <a:r>
              <a:rPr lang="en-US" dirty="0"/>
              <a:t>POLICE STATION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a:bodyPr>
          <a:lstStyle/>
          <a:p>
            <a:pPr marL="0" marR="0" indent="457200">
              <a:lnSpc>
                <a:spcPct val="150000"/>
              </a:lnSpc>
              <a:spcBef>
                <a:spcPts val="0"/>
              </a:spcBef>
              <a:spcAft>
                <a:spcPts val="8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police management application can help in storing the records related to the criminals, cases, complaint record, case history and so on. This can allow a person to enter or delete the records if necessary. All these records can be maintained in a single database. Security is maintained so as to ensure that only the authorized users will have access to the system. This application will be one of the useful projects that the police can rely on. This application can help in getting the information of the criminals of many years back. It can also help in minimizing most of the work of the police.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a:xfrm>
            <a:off x="1261872" y="1828800"/>
            <a:ext cx="8595360" cy="4837043"/>
          </a:xfrm>
        </p:spPr>
        <p:txBody>
          <a:bodyPr>
            <a:noAutofit/>
          </a:bodyPr>
          <a:lstStyle/>
          <a:p>
            <a:pPr marL="0" marR="0" indent="228600">
              <a:lnSpc>
                <a:spcPct val="150000"/>
              </a:lnSpc>
              <a:spcBef>
                <a:spcPts val="0"/>
              </a:spcBef>
              <a:spcAft>
                <a:spcPts val="800"/>
              </a:spcAft>
            </a:pPr>
            <a:r>
              <a:rPr lang="en-US"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 the existing police station management system, most of the operations are done manually like send complaints, taking actions against crimes, view status etc. This system needs more man power to track the records of crimes. Retrieving old crime records is very time consuming. In the current system all work is done on papers so it is very difficult to secure crime reports data. Error detection in the previous entries made and data cross verification is another important function. These are done manually, and it would take time. the existing system has more workload for the authorized person, but in the case proposed System, the user can register in our site and send the crime report and complaint about a particular city or person.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Disadvantages</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existing system doesn’t have system security.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existing system is time consuming and not very user friendly.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So, with the existing system if anybody wants to complaint against crimes, he must do it through the police.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92500" lnSpcReduction="20000"/>
          </a:bodyPr>
          <a:lstStyle/>
          <a:p>
            <a:pPr marL="0" marR="0" indent="228600">
              <a:lnSpc>
                <a:spcPct val="150000"/>
              </a:lnSpc>
              <a:spcBef>
                <a:spcPts val="0"/>
              </a:spcBef>
              <a:spcAft>
                <a:spcPts val="8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proposed crime records management system can overcome all the limitations of the existing system. The system provides proper security and reduces the manual work. The efficiency of the police function and the effectiveness with which it tackles crime depend on what quality of information it can derive from its existing records and how fast it can have access to it. The existing system has several disadvantages and many more difficulties to work well. It is proposed to centralize Information Management in Crime for the purposes of fast and efficient sharing of critical information across all Police Stations across the territory.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Advantages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proposed system helps the user to work user friendly and he can easily do his jobs without time lagging.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proposed system tries to eliminate or reduce these difficulties up to some extent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Easy to manage the software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lnSpcReduction="10000"/>
          </a:bodyPr>
          <a:lstStyle/>
          <a:p>
            <a:pPr marL="0" marR="0" lvl="0" indent="0">
              <a:lnSpc>
                <a:spcPct val="150000"/>
              </a:lnSpc>
              <a:spcBef>
                <a:spcPts val="0"/>
              </a:spcBef>
              <a:spcAft>
                <a:spcPts val="0"/>
              </a:spcAft>
              <a:buNone/>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Police stations registration module:</a:t>
            </a:r>
            <a:br>
              <a:rPr lang="en-US" sz="1800" dirty="0">
                <a:effectLst/>
                <a:latin typeface="Calibri" panose="020F0502020204030204" pitchFamily="34" charset="0"/>
                <a:ea typeface="Calibri" panose="020F0502020204030204" pitchFamily="34" charset="0"/>
                <a:cs typeface="Calibri" panose="020F0502020204030204" pitchFamily="34" charset="0"/>
              </a:rPr>
            </a:b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module maintains the information about all the police stations that are registered as per the jurisdiction of the system.  For the registration part each station enters their details like station name, address, phone no, station in charge etc. and get a User Id from the Software. It also gets integrated with the employees who are working in these stations along with their designation. Once the prospective station registers with the software they can avail the existing records.</a:t>
            </a:r>
            <a:r>
              <a:rPr lang="en-US" sz="1800" dirty="0">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 marR="0" indent="0">
              <a:lnSpc>
                <a:spcPct val="150000"/>
              </a:lnSpc>
              <a:spcBef>
                <a:spcPts val="0"/>
              </a:spcBef>
              <a:spcAft>
                <a:spcPts val="0"/>
              </a:spcAft>
              <a:buNone/>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Citizen Registration module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indent="457200">
              <a:lnSpc>
                <a:spcPct val="150000"/>
              </a:lnSpc>
              <a:spcBef>
                <a:spcPts val="0"/>
              </a:spcBef>
              <a:spcAft>
                <a:spcPts val="10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module first should contain the collect the information by manually, they citizen themselves gave username and password using this to entered in to the login application. Once they entered into the application, they will raise the complaint.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a:xfrm>
            <a:off x="1261872" y="397566"/>
            <a:ext cx="8595360" cy="5782572"/>
          </a:xfrm>
        </p:spPr>
        <p:txBody>
          <a:bodyPr>
            <a:normAutofit/>
          </a:bodyPr>
          <a:lstStyle/>
          <a:p>
            <a:pPr marL="0" marR="0" lvl="0" indent="0">
              <a:lnSpc>
                <a:spcPct val="150000"/>
              </a:lnSpc>
              <a:spcBef>
                <a:spcPts val="0"/>
              </a:spcBef>
              <a:spcAft>
                <a:spcPts val="1000"/>
              </a:spcAft>
              <a:buNone/>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Complaint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Citizens are manually raising the complaint to the respective police station. Once they will raise the request a police station admin can get the notification. They can take an action to the respective complaint.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View Complaints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The admin can able to view the pending cases in this module. it has been managing by the system admin he/she can allocate the case to the respective police then they can follow the request.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Complaints history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10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The citizens are checking their cases history in this module, whether which is closed or not. Based on these they can view the complaint history. Police also monitoring this module can helps to find the pending cases.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30990C9B-ECFD-4150-B11D-5543AFB4A73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457146" y="2728208"/>
            <a:ext cx="6514576" cy="1923305"/>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A02CD52B-02E9-4F25-9C21-3ED0614DCD25}"/>
              </a:ext>
            </a:extLst>
          </p:cNvPr>
          <p:cNvSpPr>
            <a:spLocks noGrp="1"/>
          </p:cNvSpPr>
          <p:nvPr>
            <p:ph idx="1"/>
          </p:nvPr>
        </p:nvSpPr>
        <p:spPr/>
        <p:txBody>
          <a:bodyPr/>
          <a:lstStyle/>
          <a:p>
            <a:endParaRPr lang="en-US" dirty="0"/>
          </a:p>
        </p:txBody>
      </p:sp>
      <p:pic>
        <p:nvPicPr>
          <p:cNvPr id="6" name="Picture 5">
            <a:extLst>
              <a:ext uri="{FF2B5EF4-FFF2-40B4-BE49-F238E27FC236}">
                <a16:creationId xmlns:a16="http://schemas.microsoft.com/office/drawing/2014/main" id="{D3875DDC-D6EB-40F2-B043-CBB3CDD2569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55166" y="496887"/>
            <a:ext cx="5745425" cy="5683250"/>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27</TotalTime>
  <Words>794</Words>
  <Application>Microsoft Office PowerPoint</Application>
  <PresentationFormat>Widescreen</PresentationFormat>
  <Paragraphs>38</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Century Schoolbook</vt:lpstr>
      <vt:lpstr>Symbol</vt:lpstr>
      <vt:lpstr>Times New Roman</vt:lpstr>
      <vt:lpstr>Wingdings</vt:lpstr>
      <vt:lpstr>Wingdings 2</vt:lpstr>
      <vt:lpstr>View</vt:lpstr>
      <vt:lpstr>POLICE STATION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7</cp:revision>
  <dcterms:created xsi:type="dcterms:W3CDTF">2021-01-26T14:06:30Z</dcterms:created>
  <dcterms:modified xsi:type="dcterms:W3CDTF">2021-01-28T08:15:14Z</dcterms:modified>
</cp:coreProperties>
</file>