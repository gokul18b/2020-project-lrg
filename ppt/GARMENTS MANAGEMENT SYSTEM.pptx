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3"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4660"/>
  </p:normalViewPr>
  <p:slideViewPr>
    <p:cSldViewPr snapToGrid="0">
      <p:cViewPr varScale="1">
        <p:scale>
          <a:sx n="72" d="100"/>
          <a:sy n="72" d="100"/>
        </p:scale>
        <p:origin x="6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5061344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18447" y="803186"/>
            <a:ext cx="6281873" cy="524862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1314598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04672" y="320040"/>
            <a:ext cx="3657600" cy="320040"/>
          </a:xfrm>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7825201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sz="half" idx="1"/>
          </p:nvPr>
        </p:nvSpPr>
        <p:spPr>
          <a:xfrm>
            <a:off x="5120878" y="803187"/>
            <a:ext cx="6269591" cy="23826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18447" y="3672162"/>
            <a:ext cx="6272022" cy="23835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804672" y="320040"/>
            <a:ext cx="3657600" cy="320040"/>
          </a:xfrm>
        </p:spPr>
        <p:txBody>
          <a:bodyPr/>
          <a:lstStyle/>
          <a:p>
            <a:fld id="{1C6E12D2-DA3A-480B-BCDF-BFB6C7EBE402}" type="datetimeFigureOut">
              <a:rPr lang="en-US" smtClean="0"/>
              <a:t>1/26/2021</a:t>
            </a:fld>
            <a:endParaRPr lang="en-US"/>
          </a:p>
        </p:txBody>
      </p:sp>
      <p:sp>
        <p:nvSpPr>
          <p:cNvPr id="6" name="Footer Placeholder 5"/>
          <p:cNvSpPr>
            <a:spLocks noGrp="1"/>
          </p:cNvSpPr>
          <p:nvPr>
            <p:ph type="ftr" sz="quarter" idx="11"/>
          </p:nvPr>
        </p:nvSpPr>
        <p:spPr>
          <a:xfrm>
            <a:off x="804672" y="6227064"/>
            <a:ext cx="10588752" cy="320040"/>
          </a:xfrm>
        </p:spPr>
        <p:txBody>
          <a:bodyPr/>
          <a:lstStyle/>
          <a:p>
            <a:endParaRPr lang="en-US"/>
          </a:p>
        </p:txBody>
      </p:sp>
      <p:sp>
        <p:nvSpPr>
          <p:cNvPr id="7" name="Slide Number Placeholder 6"/>
          <p:cNvSpPr>
            <a:spLocks noGrp="1"/>
          </p:cNvSpPr>
          <p:nvPr>
            <p:ph type="sldNum" sz="quarter" idx="12"/>
          </p:nvPr>
        </p:nvSpPr>
        <p:spPr>
          <a:xfrm>
            <a:off x="10469880" y="320040"/>
            <a:ext cx="914400" cy="320040"/>
          </a:xfrm>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0710853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125305" y="1488985"/>
            <a:ext cx="6264350" cy="16968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18447" y="4351687"/>
            <a:ext cx="6265588" cy="17040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804672" y="320040"/>
            <a:ext cx="3657600" cy="320040"/>
          </a:xfrm>
        </p:spPr>
        <p:txBody>
          <a:bodyPr/>
          <a:lstStyle/>
          <a:p>
            <a:fld id="{1C6E12D2-DA3A-480B-BCDF-BFB6C7EBE402}" type="datetimeFigureOut">
              <a:rPr lang="en-US" smtClean="0"/>
              <a:t>1/26/2021</a:t>
            </a:fld>
            <a:endParaRPr lang="en-US"/>
          </a:p>
        </p:txBody>
      </p:sp>
      <p:sp>
        <p:nvSpPr>
          <p:cNvPr id="8" name="Footer Placeholder 7"/>
          <p:cNvSpPr>
            <a:spLocks noGrp="1"/>
          </p:cNvSpPr>
          <p:nvPr>
            <p:ph type="ftr" sz="quarter" idx="11"/>
          </p:nvPr>
        </p:nvSpPr>
        <p:spPr>
          <a:xfrm>
            <a:off x="804672" y="6227064"/>
            <a:ext cx="10588752" cy="320040"/>
          </a:xfrm>
        </p:spPr>
        <p:txBody>
          <a:bodyPr/>
          <a:lstStyle/>
          <a:p>
            <a:endParaRPr lang="en-US"/>
          </a:p>
        </p:txBody>
      </p:sp>
      <p:sp>
        <p:nvSpPr>
          <p:cNvPr id="9" name="Slide Number Placeholder 8"/>
          <p:cNvSpPr>
            <a:spLocks noGrp="1"/>
          </p:cNvSpPr>
          <p:nvPr>
            <p:ph type="sldNum" sz="quarter" idx="12"/>
          </p:nvPr>
        </p:nvSpPr>
        <p:spPr>
          <a:xfrm>
            <a:off x="10469880" y="320040"/>
            <a:ext cx="914400" cy="320040"/>
          </a:xfrm>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383410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6E12D2-DA3A-480B-BCDF-BFB6C7EBE402}" type="datetimeFigureOut">
              <a:rPr lang="en-US" smtClean="0"/>
              <a:t>1/26/2021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6951435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1C6E12D2-DA3A-480B-BCDF-BFB6C7EBE402}" type="datetimeFigureOut">
              <a:rPr lang="en-US" smtClean="0"/>
              <a:t>1/26/2021</a:t>
            </a:fld>
            <a:endParaRPr lang="en-US"/>
          </a:p>
        </p:txBody>
      </p:sp>
      <p:sp>
        <p:nvSpPr>
          <p:cNvPr id="3" name="Footer Placeholder 2"/>
          <p:cNvSpPr>
            <a:spLocks noGrp="1"/>
          </p:cNvSpPr>
          <p:nvPr>
            <p:ph type="ftr" sz="quarter" idx="11"/>
          </p:nvPr>
        </p:nvSpPr>
        <p:spPr>
          <a:xfrm>
            <a:off x="804672" y="6227064"/>
            <a:ext cx="10588752" cy="320040"/>
          </a:xfrm>
        </p:spPr>
        <p:txBody>
          <a:bodyPr/>
          <a:lstStyle/>
          <a:p>
            <a:endParaRPr lang="en-US"/>
          </a:p>
        </p:txBody>
      </p:sp>
      <p:sp>
        <p:nvSpPr>
          <p:cNvPr id="4" name="Slide Number Placeholder 3"/>
          <p:cNvSpPr>
            <a:spLocks noGrp="1"/>
          </p:cNvSpPr>
          <p:nvPr>
            <p:ph type="sldNum" sz="quarter" idx="12"/>
          </p:nvPr>
        </p:nvSpPr>
        <p:spPr>
          <a:xfrm>
            <a:off x="10469880" y="320040"/>
            <a:ext cx="914400" cy="320040"/>
          </a:xfrm>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699262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09983" y="802809"/>
            <a:ext cx="6275035" cy="524994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1/26/2021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8132164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04672" y="320040"/>
            <a:ext cx="3657600" cy="320040"/>
          </a:xfrm>
        </p:spPr>
        <p:txBody>
          <a:bodyPr/>
          <a:lstStyle/>
          <a:p>
            <a:fld id="{1C6E12D2-DA3A-480B-BCDF-BFB6C7EBE402}" type="datetimeFigureOut">
              <a:rPr lang="en-US" smtClean="0"/>
              <a:t>1/26/2021</a:t>
            </a:fld>
            <a:endParaRPr lang="en-US"/>
          </a:p>
        </p:txBody>
      </p:sp>
      <p:sp>
        <p:nvSpPr>
          <p:cNvPr id="6" name="Footer Placeholder 5"/>
          <p:cNvSpPr>
            <a:spLocks noGrp="1"/>
          </p:cNvSpPr>
          <p:nvPr>
            <p:ph type="ftr" sz="quarter" idx="11"/>
          </p:nvPr>
        </p:nvSpPr>
        <p:spPr>
          <a:xfrm>
            <a:off x="804672" y="6227064"/>
            <a:ext cx="5942203" cy="320040"/>
          </a:xfrm>
        </p:spPr>
        <p:txBody>
          <a:bodyPr/>
          <a:lstStyle/>
          <a:p>
            <a:endParaRPr lang="en-US"/>
          </a:p>
        </p:txBody>
      </p:sp>
      <p:sp>
        <p:nvSpPr>
          <p:cNvPr id="7" name="Slide Number Placeholder 6"/>
          <p:cNvSpPr>
            <a:spLocks noGrp="1"/>
          </p:cNvSpPr>
          <p:nvPr>
            <p:ph type="sldNum" sz="quarter" idx="12"/>
          </p:nvPr>
        </p:nvSpPr>
        <p:spPr>
          <a:xfrm>
            <a:off x="5828377" y="320040"/>
            <a:ext cx="914400" cy="320040"/>
          </a:xfrm>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8826291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5432863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04672" y="320040"/>
            <a:ext cx="3657600" cy="320040"/>
          </a:xfrm>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a:xfrm>
            <a:off x="804672" y="6227064"/>
            <a:ext cx="10588752" cy="320040"/>
          </a:xfrm>
        </p:spPr>
        <p:txBody>
          <a:body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8406141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1C6E12D2-DA3A-480B-BCDF-BFB6C7EBE402}" type="datetimeFigureOut">
              <a:rPr lang="en-US" smtClean="0"/>
              <a:t>1/26/2021</a:t>
            </a:fld>
            <a:endParaRPr lang="en-US"/>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F1BBC3DF-4D3E-4D62-AC24-223E50BCC8DF}" type="slidenum">
              <a:rPr lang="en-US" smtClean="0"/>
              <a:t>‹#›</a:t>
            </a:fld>
            <a:endParaRPr lang="en-US"/>
          </a:p>
        </p:txBody>
      </p:sp>
    </p:spTree>
    <p:extLst>
      <p:ext uri="{BB962C8B-B14F-4D97-AF65-F5344CB8AC3E}">
        <p14:creationId xmlns:p14="http://schemas.microsoft.com/office/powerpoint/2010/main" val="206676326"/>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Lst>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7D079-2B1B-40AF-AEBC-3D4705E15124}"/>
              </a:ext>
            </a:extLst>
          </p:cNvPr>
          <p:cNvSpPr>
            <a:spLocks noGrp="1"/>
          </p:cNvSpPr>
          <p:nvPr>
            <p:ph type="ctrTitle"/>
          </p:nvPr>
        </p:nvSpPr>
        <p:spPr>
          <a:xfrm>
            <a:off x="2692398" y="2255444"/>
            <a:ext cx="6815669" cy="1515533"/>
          </a:xfrm>
        </p:spPr>
        <p:txBody>
          <a:bodyPr>
            <a:normAutofit fontScale="90000"/>
          </a:bodyPr>
          <a:lstStyle/>
          <a:p>
            <a:r>
              <a:rPr lang="en-US" dirty="0"/>
              <a:t>GARMENTS MANAGEMENT SYSTEM</a:t>
            </a:r>
          </a:p>
        </p:txBody>
      </p:sp>
      <p:sp>
        <p:nvSpPr>
          <p:cNvPr id="3" name="Subtitle 2">
            <a:extLst>
              <a:ext uri="{FF2B5EF4-FFF2-40B4-BE49-F238E27FC236}">
                <a16:creationId xmlns:a16="http://schemas.microsoft.com/office/drawing/2014/main" id="{B9534E64-7AE3-404E-B86A-B8C0536DD8AE}"/>
              </a:ext>
            </a:extLst>
          </p:cNvPr>
          <p:cNvSpPr>
            <a:spLocks noGrp="1"/>
          </p:cNvSpPr>
          <p:nvPr>
            <p:ph type="subTitle" idx="1"/>
          </p:nvPr>
        </p:nvSpPr>
        <p:spPr>
          <a:xfrm>
            <a:off x="2692398" y="3962397"/>
            <a:ext cx="6815669" cy="1320802"/>
          </a:xfrm>
        </p:spPr>
        <p:txBody>
          <a:bodyPr/>
          <a:lstStyle/>
          <a:p>
            <a:endParaRPr lang="en-US" dirty="0"/>
          </a:p>
        </p:txBody>
      </p:sp>
    </p:spTree>
    <p:extLst>
      <p:ext uri="{BB962C8B-B14F-4D97-AF65-F5344CB8AC3E}">
        <p14:creationId xmlns:p14="http://schemas.microsoft.com/office/powerpoint/2010/main" val="1547292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DFE3D-CF41-4632-AEB2-4BE6F92E974B}"/>
              </a:ext>
            </a:extLst>
          </p:cNvPr>
          <p:cNvSpPr>
            <a:spLocks noGrp="1"/>
          </p:cNvSpPr>
          <p:nvPr>
            <p:ph type="title"/>
          </p:nvPr>
        </p:nvSpPr>
        <p:spPr/>
        <p:txBody>
          <a:bodyPr/>
          <a:lstStyle/>
          <a:p>
            <a:r>
              <a:rPr lang="en-US" dirty="0"/>
              <a:t>ABSTRACT</a:t>
            </a:r>
          </a:p>
        </p:txBody>
      </p:sp>
      <p:sp>
        <p:nvSpPr>
          <p:cNvPr id="3" name="Content Placeholder 2">
            <a:extLst>
              <a:ext uri="{FF2B5EF4-FFF2-40B4-BE49-F238E27FC236}">
                <a16:creationId xmlns:a16="http://schemas.microsoft.com/office/drawing/2014/main" id="{5854B835-7BC2-467F-A535-7DE21884A81B}"/>
              </a:ext>
            </a:extLst>
          </p:cNvPr>
          <p:cNvSpPr>
            <a:spLocks noGrp="1"/>
          </p:cNvSpPr>
          <p:nvPr>
            <p:ph idx="1"/>
          </p:nvPr>
        </p:nvSpPr>
        <p:spPr/>
        <p:txBody>
          <a:bodyPr>
            <a:normAutofit fontScale="92500" lnSpcReduction="20000"/>
          </a:bodyPr>
          <a:lstStyle/>
          <a:p>
            <a:pPr marL="0" marR="0" indent="457200">
              <a:lnSpc>
                <a:spcPct val="150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 garments management system is used to track the all the details of the garments. The main purpose of this to handle and follow every order by the merchandiser. The merchandiser will folly every order once the order has been completed, he can follow up the next process and completed all the process he can report to his manager. There are five modules are using this application, 1. Worker Registration 2. Order registration	3.Order detail update 4. Order tracking 5. Order billing report </a:t>
            </a:r>
          </a:p>
          <a:p>
            <a:pPr marL="0" marR="0">
              <a:lnSpc>
                <a:spcPct val="150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same way of order the merchandiser follow up, once the status has been completed, he can navigate to the next order. This might be help to the garment for tracking every works and orders. The main purpose of this application is that managing the garments order by using this application and fast way to track all the details. Here for this application was using JAVA as Front End and SQL as back end.</a:t>
            </a:r>
          </a:p>
        </p:txBody>
      </p:sp>
    </p:spTree>
    <p:extLst>
      <p:ext uri="{BB962C8B-B14F-4D97-AF65-F5344CB8AC3E}">
        <p14:creationId xmlns:p14="http://schemas.microsoft.com/office/powerpoint/2010/main" val="1446555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8D01C-8D37-4F3A-B329-D9C66B48A509}"/>
              </a:ext>
            </a:extLst>
          </p:cNvPr>
          <p:cNvSpPr>
            <a:spLocks noGrp="1"/>
          </p:cNvSpPr>
          <p:nvPr>
            <p:ph type="title"/>
          </p:nvPr>
        </p:nvSpPr>
        <p:spPr/>
        <p:txBody>
          <a:bodyPr/>
          <a:lstStyle/>
          <a:p>
            <a:r>
              <a:rPr lang="en-US" sz="1800" b="1" dirty="0">
                <a:effectLst/>
                <a:latin typeface="Times New Roman" panose="02020603050405020304" pitchFamily="18" charset="0"/>
                <a:ea typeface="Calibri" panose="020F0502020204030204" pitchFamily="34" charset="0"/>
              </a:rPr>
              <a:t> HARDWARE SPECFICATION</a:t>
            </a:r>
            <a:endParaRPr lang="en-US" dirty="0"/>
          </a:p>
        </p:txBody>
      </p:sp>
      <p:sp>
        <p:nvSpPr>
          <p:cNvPr id="3" name="Content Placeholder 2">
            <a:extLst>
              <a:ext uri="{FF2B5EF4-FFF2-40B4-BE49-F238E27FC236}">
                <a16:creationId xmlns:a16="http://schemas.microsoft.com/office/drawing/2014/main" id="{D5EC0356-6C79-4D24-998C-29DE6C39D1B9}"/>
              </a:ext>
            </a:extLst>
          </p:cNvPr>
          <p:cNvSpPr>
            <a:spLocks noGrp="1"/>
          </p:cNvSpPr>
          <p:nvPr>
            <p:ph idx="1"/>
          </p:nvPr>
        </p:nvSpPr>
        <p:spPr/>
        <p:txBody>
          <a:bodyPr/>
          <a:lstStyle/>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Processor				:  P 4 700 GHz.</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RAM					:  4 GB RAM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Hard Disk Drive			:  180 GB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44813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503AC-872F-4E85-AEE2-7A8E7C5BC087}"/>
              </a:ext>
            </a:extLst>
          </p:cNvPr>
          <p:cNvSpPr>
            <a:spLocks noGrp="1"/>
          </p:cNvSpPr>
          <p:nvPr>
            <p:ph type="title"/>
          </p:nvPr>
        </p:nvSpPr>
        <p:spPr/>
        <p:txBody>
          <a:bodyPr/>
          <a:lstStyle/>
          <a:p>
            <a:r>
              <a:rPr lang="en-US" sz="1800" b="1" dirty="0">
                <a:solidFill>
                  <a:srgbClr val="000000"/>
                </a:solidFill>
                <a:effectLst/>
                <a:latin typeface="Times New Roman" panose="02020603050405020304" pitchFamily="18" charset="0"/>
                <a:ea typeface="Times New Roman" panose="02020603050405020304" pitchFamily="18" charset="0"/>
              </a:rPr>
              <a:t> SOFTWARE SPECIFICATION</a:t>
            </a:r>
            <a:br>
              <a:rPr lang="en-US" sz="1800" dirty="0">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7F785B1C-3FC4-43FE-88A7-4F680B15B227}"/>
              </a:ext>
            </a:extLst>
          </p:cNvPr>
          <p:cNvSpPr>
            <a:spLocks noGrp="1"/>
          </p:cNvSpPr>
          <p:nvPr>
            <p:ph idx="1"/>
          </p:nvPr>
        </p:nvSpPr>
        <p:spPr/>
        <p:txBody>
          <a:bodyPr/>
          <a:lstStyle/>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Operating System 		:  Windows 7/8/10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Front End			:  JAVA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Back End			:  SQL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3000"/>
              </a:lnSpc>
              <a:spcAft>
                <a:spcPts val="1000"/>
              </a:spcAft>
            </a:pPr>
            <a:br>
              <a:rPr lang="en-US" sz="1800" b="1" dirty="0">
                <a:effectLst/>
                <a:latin typeface="Times New Roman" panose="02020603050405020304" pitchFamily="18" charset="0"/>
                <a:ea typeface="Calibri" panose="020F0502020204030204" pitchFamily="34" charset="0"/>
              </a:rPr>
            </a:b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447836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6AEBB-53AB-4615-9F17-8505694A5C4F}"/>
              </a:ext>
            </a:extLst>
          </p:cNvPr>
          <p:cNvSpPr>
            <a:spLocks noGrp="1"/>
          </p:cNvSpPr>
          <p:nvPr>
            <p:ph type="title"/>
          </p:nvPr>
        </p:nvSpPr>
        <p:spPr/>
        <p:txBody>
          <a:bodyPr/>
          <a:lstStyle/>
          <a:p>
            <a:r>
              <a:rPr lang="en-US" dirty="0"/>
              <a:t>EXISTING SYSTEM</a:t>
            </a:r>
          </a:p>
        </p:txBody>
      </p:sp>
      <p:sp>
        <p:nvSpPr>
          <p:cNvPr id="3" name="Content Placeholder 2">
            <a:extLst>
              <a:ext uri="{FF2B5EF4-FFF2-40B4-BE49-F238E27FC236}">
                <a16:creationId xmlns:a16="http://schemas.microsoft.com/office/drawing/2014/main" id="{B678DDFF-0C1F-4E6A-A7AF-6FD81C2BA9CF}"/>
              </a:ext>
            </a:extLst>
          </p:cNvPr>
          <p:cNvSpPr>
            <a:spLocks noGrp="1"/>
          </p:cNvSpPr>
          <p:nvPr>
            <p:ph idx="1"/>
          </p:nvPr>
        </p:nvSpPr>
        <p:spPr/>
        <p:txBody>
          <a:bodyPr>
            <a:normAutofit/>
          </a:bodyPr>
          <a:lstStyle/>
          <a:p>
            <a:pPr marL="0" marR="0">
              <a:lnSpc>
                <a:spcPct val="150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existing system of garments is a lot of workers are following the single order. In garments there is a lot of order can be exchange from one person to another. Here some merchandiser is following the orders and getting lot of issue track the details. Because it’s not systematic but the new proposed system avoids the issues.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50000"/>
              </a:lnSpc>
              <a:spcBef>
                <a:spcPts val="0"/>
              </a:spcBef>
              <a:spcAft>
                <a:spcPts val="800"/>
              </a:spcAf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DISADVANTAGES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Single order can track by the multiple people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Lot of confusion will may be happened the process of work.</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80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We can’t get any idea at an emergency time.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9029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4710-71A8-410A-85F1-3F6B0BE3FAC7}"/>
              </a:ext>
            </a:extLst>
          </p:cNvPr>
          <p:cNvSpPr>
            <a:spLocks noGrp="1"/>
          </p:cNvSpPr>
          <p:nvPr>
            <p:ph type="title"/>
          </p:nvPr>
        </p:nvSpPr>
        <p:spPr/>
        <p:txBody>
          <a:bodyPr/>
          <a:lstStyle/>
          <a:p>
            <a:r>
              <a:rPr lang="en-US" dirty="0"/>
              <a:t>PROPOSED SYSTEM</a:t>
            </a:r>
          </a:p>
        </p:txBody>
      </p:sp>
      <p:sp>
        <p:nvSpPr>
          <p:cNvPr id="3" name="Content Placeholder 2">
            <a:extLst>
              <a:ext uri="{FF2B5EF4-FFF2-40B4-BE49-F238E27FC236}">
                <a16:creationId xmlns:a16="http://schemas.microsoft.com/office/drawing/2014/main" id="{76E19CB4-FA1C-4ED5-AFF1-B82455ED53A4}"/>
              </a:ext>
            </a:extLst>
          </p:cNvPr>
          <p:cNvSpPr>
            <a:spLocks noGrp="1"/>
          </p:cNvSpPr>
          <p:nvPr>
            <p:ph idx="1"/>
          </p:nvPr>
        </p:nvSpPr>
        <p:spPr/>
        <p:txBody>
          <a:bodyPr>
            <a:normAutofit/>
          </a:bodyPr>
          <a:lstStyle/>
          <a:p>
            <a:pPr marL="0" marR="0">
              <a:lnSpc>
                <a:spcPct val="150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In this proposed system avoid the process of manual work, this system commonly maintains the all the orders details, each user has access to login and update the stats manually. So here there is an no conflict may be happening. Each and every user can perfectly follow the order and we can get the all the orders details with in a second.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50000"/>
              </a:lnSpc>
              <a:spcBef>
                <a:spcPts val="0"/>
              </a:spcBef>
              <a:spcAft>
                <a:spcPts val="800"/>
              </a:spcAf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Easy to track the all records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No need more no of workers to follow the order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80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Easy to manage all the orders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60635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2E879-44E2-4AFC-91C1-A644CA698A8B}"/>
              </a:ext>
            </a:extLst>
          </p:cNvPr>
          <p:cNvSpPr>
            <a:spLocks noGrp="1"/>
          </p:cNvSpPr>
          <p:nvPr>
            <p:ph type="title"/>
          </p:nvPr>
        </p:nvSpPr>
        <p:spPr/>
        <p:txBody>
          <a:bodyPr/>
          <a:lstStyle/>
          <a:p>
            <a:r>
              <a:rPr lang="en-US" dirty="0"/>
              <a:t>Modules</a:t>
            </a:r>
          </a:p>
        </p:txBody>
      </p:sp>
      <p:sp>
        <p:nvSpPr>
          <p:cNvPr id="3" name="Content Placeholder 2">
            <a:extLst>
              <a:ext uri="{FF2B5EF4-FFF2-40B4-BE49-F238E27FC236}">
                <a16:creationId xmlns:a16="http://schemas.microsoft.com/office/drawing/2014/main" id="{C08555ED-5306-4AC3-82F6-94DC618DC81F}"/>
              </a:ext>
            </a:extLst>
          </p:cNvPr>
          <p:cNvSpPr>
            <a:spLocks noGrp="1"/>
          </p:cNvSpPr>
          <p:nvPr>
            <p:ph idx="1"/>
          </p:nvPr>
        </p:nvSpPr>
        <p:spPr/>
        <p:txBody>
          <a:bodyPr>
            <a:normAutofit lnSpcReduction="10000"/>
          </a:bodyPr>
          <a:lstStyle/>
          <a:p>
            <a:pPr marL="0" marR="0" lvl="0" indent="0">
              <a:lnSpc>
                <a:spcPct val="150000"/>
              </a:lnSpc>
              <a:spcBef>
                <a:spcPts val="0"/>
              </a:spcBef>
              <a:spcAft>
                <a:spcPts val="0"/>
              </a:spcAft>
              <a:buNone/>
            </a:pPr>
            <a:r>
              <a:rPr lang="en-US" sz="1800" b="1" dirty="0">
                <a:effectLst/>
                <a:latin typeface="Calibri" panose="020F0502020204030204" pitchFamily="34" charset="0"/>
                <a:ea typeface="Calibri" panose="020F0502020204030204" pitchFamily="34" charset="0"/>
                <a:cs typeface="Times New Roman" panose="02020603050405020304" pitchFamily="18" charset="0"/>
              </a:rPr>
              <a:t>Workers Registration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This module admin only has access to create worker details, the worker has unique username and password, the main work of admin is an set role to the user.</a:t>
            </a:r>
          </a:p>
          <a:p>
            <a:pPr marL="0" marR="0" lvl="0" indent="0">
              <a:lnSpc>
                <a:spcPct val="150000"/>
              </a:lnSpc>
              <a:spcBef>
                <a:spcPts val="0"/>
              </a:spcBef>
              <a:spcAft>
                <a:spcPts val="0"/>
              </a:spcAft>
              <a:buNone/>
            </a:pPr>
            <a:r>
              <a:rPr lang="en-US" sz="1800" b="1" dirty="0">
                <a:effectLst/>
                <a:latin typeface="Calibri" panose="020F0502020204030204" pitchFamily="34" charset="0"/>
                <a:ea typeface="Calibri" panose="020F0502020204030204" pitchFamily="34" charset="0"/>
                <a:cs typeface="Times New Roman" panose="02020603050405020304" pitchFamily="18" charset="0"/>
              </a:rPr>
              <a:t>Order Registration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50000"/>
              </a:lnSpc>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After submitting the order, the admin should register the order with order number, using this order number to track the order details.</a:t>
            </a:r>
          </a:p>
          <a:p>
            <a:pPr marR="0" indent="0">
              <a:lnSpc>
                <a:spcPct val="150000"/>
              </a:lnSpc>
              <a:spcBef>
                <a:spcPts val="0"/>
              </a:spcBef>
              <a:spcAft>
                <a:spcPts val="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p>
          <a:p>
            <a:pPr marL="0" marR="0" lvl="0" indent="0">
              <a:lnSpc>
                <a:spcPct val="150000"/>
              </a:lnSpc>
              <a:spcBef>
                <a:spcPts val="0"/>
              </a:spcBef>
              <a:spcAft>
                <a:spcPts val="0"/>
              </a:spcAft>
              <a:buNone/>
            </a:pPr>
            <a:r>
              <a:rPr lang="en-US" sz="1800" b="1" dirty="0">
                <a:effectLst/>
                <a:latin typeface="Calibri" panose="020F0502020204030204" pitchFamily="34" charset="0"/>
                <a:ea typeface="Calibri" panose="020F0502020204030204" pitchFamily="34" charset="0"/>
                <a:cs typeface="Times New Roman" panose="02020603050405020304" pitchFamily="18" charset="0"/>
              </a:rPr>
              <a:t>Order detail update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Admin or workers can update the order details, once the order has been finished the status should change by the respective workers.</a:t>
            </a:r>
          </a:p>
        </p:txBody>
      </p:sp>
    </p:spTree>
    <p:extLst>
      <p:ext uri="{BB962C8B-B14F-4D97-AF65-F5344CB8AC3E}">
        <p14:creationId xmlns:p14="http://schemas.microsoft.com/office/powerpoint/2010/main" val="4215025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0C2D7-81D8-4BA8-8D90-F0EA842C950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B8F9E25-F29C-4FEA-ACB4-6D6057146BE7}"/>
              </a:ext>
            </a:extLst>
          </p:cNvPr>
          <p:cNvSpPr>
            <a:spLocks noGrp="1"/>
          </p:cNvSpPr>
          <p:nvPr>
            <p:ph idx="1"/>
          </p:nvPr>
        </p:nvSpPr>
        <p:spPr/>
        <p:txBody>
          <a:bodyPr>
            <a:normAutofit/>
          </a:bodyPr>
          <a:lstStyle/>
          <a:p>
            <a:pPr marL="0" marR="0" lvl="0" indent="0">
              <a:lnSpc>
                <a:spcPct val="150000"/>
              </a:lnSpc>
              <a:spcBef>
                <a:spcPts val="0"/>
              </a:spcBef>
              <a:spcAft>
                <a:spcPts val="0"/>
              </a:spcAft>
              <a:buNone/>
            </a:pPr>
            <a:r>
              <a:rPr lang="en-US" sz="1800" b="1" dirty="0">
                <a:effectLst/>
                <a:latin typeface="Calibri" panose="020F0502020204030204" pitchFamily="34" charset="0"/>
                <a:ea typeface="Calibri" panose="020F0502020204030204" pitchFamily="34" charset="0"/>
                <a:cs typeface="Times New Roman" panose="02020603050405020304" pitchFamily="18" charset="0"/>
              </a:rPr>
              <a:t>Order Tracking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order has been tracking by the admin, and the admin take an any action to the order, if the order has been cancelled the admin can do this. In this single screen will show the all the order details.</a:t>
            </a:r>
          </a:p>
          <a:p>
            <a:pPr marL="0" marR="0" lvl="0" indent="0">
              <a:lnSpc>
                <a:spcPct val="150000"/>
              </a:lnSpc>
              <a:spcBef>
                <a:spcPts val="0"/>
              </a:spcBef>
              <a:spcAft>
                <a:spcPts val="0"/>
              </a:spcAft>
              <a:buNone/>
            </a:pPr>
            <a:r>
              <a:rPr lang="en-US" sz="1800" b="1" dirty="0">
                <a:effectLst/>
                <a:latin typeface="Calibri" panose="020F0502020204030204" pitchFamily="34" charset="0"/>
                <a:ea typeface="Calibri" panose="020F0502020204030204" pitchFamily="34" charset="0"/>
                <a:cs typeface="Times New Roman" panose="02020603050405020304" pitchFamily="18" charset="0"/>
              </a:rPr>
              <a:t>Order Billing report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After complete the order the bill detail will be generated by the admin, admin view all the details about the order and billing details as well in a same screen.</a:t>
            </a:r>
          </a:p>
        </p:txBody>
      </p:sp>
    </p:spTree>
    <p:extLst>
      <p:ext uri="{BB962C8B-B14F-4D97-AF65-F5344CB8AC3E}">
        <p14:creationId xmlns:p14="http://schemas.microsoft.com/office/powerpoint/2010/main" val="2024169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0D388-6C07-4546-918A-2B5A67408456}"/>
              </a:ext>
            </a:extLst>
          </p:cNvPr>
          <p:cNvSpPr>
            <a:spLocks noGrp="1"/>
          </p:cNvSpPr>
          <p:nvPr>
            <p:ph type="title"/>
          </p:nvPr>
        </p:nvSpPr>
        <p:spPr/>
        <p:txBody>
          <a:bodyPr/>
          <a:lstStyle/>
          <a:p>
            <a:r>
              <a:rPr lang="en-US" dirty="0"/>
              <a:t>Data Flow Diagram</a:t>
            </a:r>
          </a:p>
        </p:txBody>
      </p:sp>
      <p:sp>
        <p:nvSpPr>
          <p:cNvPr id="3" name="Content Placeholder 2">
            <a:extLst>
              <a:ext uri="{FF2B5EF4-FFF2-40B4-BE49-F238E27FC236}">
                <a16:creationId xmlns:a16="http://schemas.microsoft.com/office/drawing/2014/main" id="{4302C280-D2B7-46AA-9A87-E36DB7A0CB3D}"/>
              </a:ext>
            </a:extLst>
          </p:cNvPr>
          <p:cNvSpPr>
            <a:spLocks noGrp="1"/>
          </p:cNvSpPr>
          <p:nvPr>
            <p:ph idx="1"/>
          </p:nvPr>
        </p:nvSpPr>
        <p:spPr/>
        <p:txBody>
          <a:bodyPr/>
          <a:lstStyle/>
          <a:p>
            <a:r>
              <a:rPr lang="en-US" dirty="0"/>
              <a:t>Level 0</a:t>
            </a:r>
          </a:p>
          <a:p>
            <a:pPr marL="0" indent="0">
              <a:buNone/>
            </a:pPr>
            <a:endParaRPr lang="en-US" dirty="0"/>
          </a:p>
          <a:p>
            <a:pPr marL="0" indent="0">
              <a:buNone/>
            </a:pPr>
            <a:endParaRPr lang="en-US" dirty="0"/>
          </a:p>
        </p:txBody>
      </p:sp>
      <p:pic>
        <p:nvPicPr>
          <p:cNvPr id="6" name="Picture 5">
            <a:extLst>
              <a:ext uri="{FF2B5EF4-FFF2-40B4-BE49-F238E27FC236}">
                <a16:creationId xmlns:a16="http://schemas.microsoft.com/office/drawing/2014/main" id="{2DC1247B-6C70-4E69-AD04-08E4DB6EC0DF}"/>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663455" y="3520965"/>
            <a:ext cx="6281873" cy="2072211"/>
          </a:xfrm>
          <a:prstGeom prst="rect">
            <a:avLst/>
          </a:prstGeom>
          <a:noFill/>
          <a:ln>
            <a:noFill/>
          </a:ln>
        </p:spPr>
      </p:pic>
    </p:spTree>
    <p:extLst>
      <p:ext uri="{BB962C8B-B14F-4D97-AF65-F5344CB8AC3E}">
        <p14:creationId xmlns:p14="http://schemas.microsoft.com/office/powerpoint/2010/main" val="359068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1EEFF-B3ED-40E0-9C29-20B24F396040}"/>
              </a:ext>
            </a:extLst>
          </p:cNvPr>
          <p:cNvSpPr>
            <a:spLocks noGrp="1"/>
          </p:cNvSpPr>
          <p:nvPr>
            <p:ph type="title"/>
          </p:nvPr>
        </p:nvSpPr>
        <p:spPr/>
        <p:txBody>
          <a:bodyPr/>
          <a:lstStyle/>
          <a:p>
            <a:pPr algn="l"/>
            <a:r>
              <a:rPr lang="en-US" dirty="0"/>
              <a:t>Level 1:</a:t>
            </a:r>
          </a:p>
        </p:txBody>
      </p:sp>
      <p:sp>
        <p:nvSpPr>
          <p:cNvPr id="4" name="Content Placeholder 3">
            <a:extLst>
              <a:ext uri="{FF2B5EF4-FFF2-40B4-BE49-F238E27FC236}">
                <a16:creationId xmlns:a16="http://schemas.microsoft.com/office/drawing/2014/main" id="{A02CD52B-02E9-4F25-9C21-3ED0614DCD25}"/>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CDFE9FB5-8CD0-4C26-8012-1773CD3556AD}"/>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5021496" y="689113"/>
            <a:ext cx="6281873" cy="5513344"/>
          </a:xfrm>
          <a:prstGeom prst="rect">
            <a:avLst/>
          </a:prstGeom>
          <a:noFill/>
          <a:ln>
            <a:noFill/>
          </a:ln>
        </p:spPr>
      </p:pic>
    </p:spTree>
    <p:extLst>
      <p:ext uri="{BB962C8B-B14F-4D97-AF65-F5344CB8AC3E}">
        <p14:creationId xmlns:p14="http://schemas.microsoft.com/office/powerpoint/2010/main" val="1535404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7B6BD-6029-4719-B606-0057CD8A37CB}"/>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B7A32F1A-EEE9-4FAF-8505-D230D3A96A68}"/>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224667788"/>
      </p:ext>
    </p:extLst>
  </p:cSld>
  <p:clrMapOvr>
    <a:masterClrMapping/>
  </p:clrMapOvr>
</p:sld>
</file>

<file path=ppt/theme/theme1.xml><?xml version="1.0" encoding="utf-8"?>
<a:theme xmlns:a="http://schemas.openxmlformats.org/drawingml/2006/main" name="Atlas">
  <a:themeElements>
    <a:clrScheme name="Atlas">
      <a:dk1>
        <a:sysClr val="windowText" lastClr="000000"/>
      </a:dk1>
      <a:lt1>
        <a:sysClr val="window" lastClr="FFFFFF"/>
      </a:lt1>
      <a:dk2>
        <a:srgbClr val="454545"/>
      </a:dk2>
      <a:lt2>
        <a:srgbClr val="E0E0E0"/>
      </a:lt2>
      <a:accent1>
        <a:srgbClr val="F81B02"/>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508F7963-D0B5-43F7-BB2C-FCE3009C08EC}"/>
    </a:ext>
  </a:extLst>
</a:theme>
</file>

<file path=docProps/app.xml><?xml version="1.0" encoding="utf-8"?>
<Properties xmlns="http://schemas.openxmlformats.org/officeDocument/2006/extended-properties" xmlns:vt="http://schemas.openxmlformats.org/officeDocument/2006/docPropsVTypes">
  <Template>Atlas</Template>
  <TotalTime>26</TotalTime>
  <Words>609</Words>
  <Application>Microsoft Office PowerPoint</Application>
  <PresentationFormat>Widescreen</PresentationFormat>
  <Paragraphs>41</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Calibri</vt:lpstr>
      <vt:lpstr>Calibri Light</vt:lpstr>
      <vt:lpstr>Rockwell</vt:lpstr>
      <vt:lpstr>Symbol</vt:lpstr>
      <vt:lpstr>Times New Roman</vt:lpstr>
      <vt:lpstr>Wingdings</vt:lpstr>
      <vt:lpstr>Atlas</vt:lpstr>
      <vt:lpstr>GARMENTS MANAGEMENT SYSTEM</vt:lpstr>
      <vt:lpstr>ABSTRACT</vt:lpstr>
      <vt:lpstr> HARDWARE SPECFICATION</vt:lpstr>
      <vt:lpstr> SOFTWARE SPECIFICATION </vt:lpstr>
      <vt:lpstr>EXISTING SYSTEM</vt:lpstr>
      <vt:lpstr>PROPOSED SYSTEM</vt:lpstr>
      <vt:lpstr>Modules</vt:lpstr>
      <vt:lpstr>PowerPoint Presentation</vt:lpstr>
      <vt:lpstr>Data Flow Diagram</vt:lpstr>
      <vt:lpstr>Level 1:</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COLLEGE VOTING SYSTEM</dc:title>
  <dc:creator>Gokul Balasubramaniyam</dc:creator>
  <cp:lastModifiedBy>Gokul Balasubramaniyam</cp:lastModifiedBy>
  <cp:revision>6</cp:revision>
  <dcterms:created xsi:type="dcterms:W3CDTF">2021-01-26T14:06:30Z</dcterms:created>
  <dcterms:modified xsi:type="dcterms:W3CDTF">2021-01-26T16:22:09Z</dcterms:modified>
</cp:coreProperties>
</file>