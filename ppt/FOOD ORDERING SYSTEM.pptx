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5" r:id="rId1"/>
  </p:sldMasterIdLst>
  <p:sldIdLst>
    <p:sldId id="256" r:id="rId2"/>
    <p:sldId id="257" r:id="rId3"/>
    <p:sldId id="258" r:id="rId4"/>
    <p:sldId id="259" r:id="rId5"/>
    <p:sldId id="260" r:id="rId6"/>
    <p:sldId id="261" r:id="rId7"/>
    <p:sldId id="262" r:id="rId8"/>
    <p:sldId id="263" r:id="rId9"/>
    <p:sldId id="267" r:id="rId10"/>
    <p:sldId id="264" r:id="rId11"/>
    <p:sldId id="265" r:id="rId12"/>
    <p:sldId id="266"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32767"/>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5044" autoAdjust="0"/>
    <p:restoredTop sz="94660"/>
  </p:normalViewPr>
  <p:slideViewPr>
    <p:cSldViewPr snapToGrid="0">
      <p:cViewPr varScale="1">
        <p:scale>
          <a:sx n="67" d="100"/>
          <a:sy n="67" d="100"/>
        </p:scale>
        <p:origin x="-568" y="-68"/>
      </p:cViewPr>
      <p:guideLst>
        <p:guide orient="horz" pos="2160"/>
        <p:guide pos="384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1C6E12D2-DA3A-480B-BCDF-BFB6C7EBE402}" type="datetimeFigureOut">
              <a:rPr lang="en-US" smtClean="0"/>
              <a:pPr/>
              <a:t>1/26/2021</a:t>
            </a:fld>
            <a:endParaRPr lang="en-US"/>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endParaRPr lang="en-US"/>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0352540" y="295729"/>
            <a:ext cx="838199" cy="767687"/>
          </a:xfrm>
        </p:spPr>
        <p:txBody>
          <a:bodyPr/>
          <a:lstStyle/>
          <a:p>
            <a:fld id="{F1BBC3DF-4D3E-4D62-AC24-223E50BCC8DF}" type="slidenum">
              <a:rPr lang="en-US" smtClean="0"/>
              <a:pPr/>
              <a:t>‹#›</a:t>
            </a:fld>
            <a:endParaRPr lang="en-US"/>
          </a:p>
        </p:txBody>
      </p:sp>
    </p:spTree>
    <p:extLst>
      <p:ext uri="{BB962C8B-B14F-4D97-AF65-F5344CB8AC3E}">
        <p14:creationId xmlns:p14="http://schemas.microsoft.com/office/powerpoint/2010/main" xmlns="" val="1839174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C6E12D2-DA3A-480B-BCDF-BFB6C7EBE402}" type="datetimeFigureOut">
              <a:rPr lang="en-US" smtClean="0"/>
              <a:pPr/>
              <a:t>1/26/2021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1BBC3DF-4D3E-4D62-AC24-223E50BCC8DF}" type="slidenum">
              <a:rPr lang="en-US" smtClean="0"/>
              <a:pPr/>
              <a:t>‹#›</a:t>
            </a:fld>
            <a:endParaRPr lang="en-US"/>
          </a:p>
        </p:txBody>
      </p:sp>
    </p:spTree>
    <p:extLst>
      <p:ext uri="{BB962C8B-B14F-4D97-AF65-F5344CB8AC3E}">
        <p14:creationId xmlns:p14="http://schemas.microsoft.com/office/powerpoint/2010/main" xmlns="" val="26797546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C6E12D2-DA3A-480B-BCDF-BFB6C7EBE402}" type="datetimeFigureOut">
              <a:rPr lang="en-US" smtClean="0"/>
              <a:pPr/>
              <a:t>1/26/2021</a:t>
            </a:fld>
            <a:endParaRPr lang="en-US"/>
          </a:p>
        </p:txBody>
      </p:sp>
      <p:sp>
        <p:nvSpPr>
          <p:cNvPr id="5" name="Footer Placeholder 4"/>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F1BBC3DF-4D3E-4D62-AC24-223E50BCC8DF}" type="slidenum">
              <a:rPr lang="en-US" smtClean="0"/>
              <a:pPr/>
              <a:t>‹#›</a:t>
            </a:fld>
            <a:endParaRPr lang="en-US"/>
          </a:p>
        </p:txBody>
      </p:sp>
    </p:spTree>
    <p:extLst>
      <p:ext uri="{BB962C8B-B14F-4D97-AF65-F5344CB8AC3E}">
        <p14:creationId xmlns:p14="http://schemas.microsoft.com/office/powerpoint/2010/main" xmlns="" val="39574862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C6E12D2-DA3A-480B-BCDF-BFB6C7EBE402}" type="datetimeFigureOut">
              <a:rPr lang="en-US" smtClean="0"/>
              <a:pPr/>
              <a:t>1/26/2021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1BBC3DF-4D3E-4D62-AC24-223E50BCC8DF}" type="slidenum">
              <a:rPr lang="en-US" smtClean="0"/>
              <a:pPr/>
              <a:t>‹#›</a:t>
            </a:fld>
            <a:endParaRPr lang="en-US"/>
          </a:p>
        </p:txBody>
      </p:sp>
    </p:spTree>
    <p:extLst>
      <p:ext uri="{BB962C8B-B14F-4D97-AF65-F5344CB8AC3E}">
        <p14:creationId xmlns:p14="http://schemas.microsoft.com/office/powerpoint/2010/main" xmlns="" val="7714664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C6E12D2-DA3A-480B-BCDF-BFB6C7EBE402}" type="datetimeFigureOut">
              <a:rPr lang="en-US" smtClean="0"/>
              <a:pPr/>
              <a:t>1/26/2021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1BBC3DF-4D3E-4D62-AC24-223E50BCC8DF}" type="slidenum">
              <a:rPr lang="en-US" smtClean="0"/>
              <a:pPr/>
              <a:t>‹#›</a:t>
            </a:fld>
            <a:endParaRPr lang="en-US"/>
          </a:p>
        </p:txBody>
      </p:sp>
    </p:spTree>
    <p:extLst>
      <p:ext uri="{BB962C8B-B14F-4D97-AF65-F5344CB8AC3E}">
        <p14:creationId xmlns:p14="http://schemas.microsoft.com/office/powerpoint/2010/main" xmlns="" val="25852846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C6E12D2-DA3A-480B-BCDF-BFB6C7EBE402}" type="datetimeFigureOut">
              <a:rPr lang="en-US" smtClean="0"/>
              <a:pPr/>
              <a:t>1/26/2021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1BBC3DF-4D3E-4D62-AC24-223E50BCC8DF}" type="slidenum">
              <a:rPr lang="en-US" smtClean="0"/>
              <a:pPr/>
              <a:t>‹#›</a:t>
            </a:fld>
            <a:endParaRPr lang="en-US"/>
          </a:p>
        </p:txBody>
      </p:sp>
    </p:spTree>
    <p:extLst>
      <p:ext uri="{BB962C8B-B14F-4D97-AF65-F5344CB8AC3E}">
        <p14:creationId xmlns:p14="http://schemas.microsoft.com/office/powerpoint/2010/main" xmlns="" val="2676042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C6E12D2-DA3A-480B-BCDF-BFB6C7EBE402}" type="datetimeFigureOut">
              <a:rPr lang="en-US" smtClean="0"/>
              <a:pPr/>
              <a:t>1/26/2021</a:t>
            </a:fld>
            <a:endParaRPr lang="en-US"/>
          </a:p>
        </p:txBody>
      </p:sp>
      <p:sp>
        <p:nvSpPr>
          <p:cNvPr id="3" name="Footer Placeholder 2"/>
          <p:cNvSpPr>
            <a:spLocks noGrp="1"/>
          </p:cNvSpPr>
          <p:nvPr>
            <p:ph type="ftr" sz="quarter" idx="11"/>
          </p:nvPr>
        </p:nvSpPr>
        <p:spPr/>
        <p:txBody>
          <a:bodyPr/>
          <a:lstStyle/>
          <a:p>
            <a:endParaRPr lang="en-US"/>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F1BBC3DF-4D3E-4D62-AC24-223E50BCC8DF}" type="slidenum">
              <a:rPr lang="en-US" smtClean="0"/>
              <a:pPr/>
              <a:t>‹#›</a:t>
            </a:fld>
            <a:endParaRPr lang="en-US"/>
          </a:p>
        </p:txBody>
      </p:sp>
    </p:spTree>
    <p:extLst>
      <p:ext uri="{BB962C8B-B14F-4D97-AF65-F5344CB8AC3E}">
        <p14:creationId xmlns:p14="http://schemas.microsoft.com/office/powerpoint/2010/main" xmlns="" val="32197342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C6E12D2-DA3A-480B-BCDF-BFB6C7EBE402}" type="datetimeFigureOut">
              <a:rPr lang="en-US" smtClean="0"/>
              <a:pPr/>
              <a:t>1/26/2021</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F1BBC3DF-4D3E-4D62-AC24-223E50BCC8DF}" type="slidenum">
              <a:rPr lang="en-US" smtClean="0"/>
              <a:pPr/>
              <a:t>‹#›</a:t>
            </a:fld>
            <a:endParaRPr lang="en-US"/>
          </a:p>
        </p:txBody>
      </p:sp>
    </p:spTree>
    <p:extLst>
      <p:ext uri="{BB962C8B-B14F-4D97-AF65-F5344CB8AC3E}">
        <p14:creationId xmlns:p14="http://schemas.microsoft.com/office/powerpoint/2010/main" xmlns="" val="20333605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US"/>
              <a:t>Click icon to add picture</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C6E12D2-DA3A-480B-BCDF-BFB6C7EBE402}" type="datetimeFigureOut">
              <a:rPr lang="en-US" smtClean="0"/>
              <a:pPr/>
              <a:t>1/26/2021</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F1BBC3DF-4D3E-4D62-AC24-223E50BCC8DF}" type="slidenum">
              <a:rPr lang="en-US" smtClean="0"/>
              <a:pPr/>
              <a:t>‹#›</a:t>
            </a:fld>
            <a:endParaRPr lang="en-US"/>
          </a:p>
        </p:txBody>
      </p:sp>
    </p:spTree>
    <p:extLst>
      <p:ext uri="{BB962C8B-B14F-4D97-AF65-F5344CB8AC3E}">
        <p14:creationId xmlns:p14="http://schemas.microsoft.com/office/powerpoint/2010/main" xmlns="" val="19133174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C6E12D2-DA3A-480B-BCDF-BFB6C7EBE402}" type="datetimeFigureOut">
              <a:rPr lang="en-US" smtClean="0"/>
              <a:pPr/>
              <a:t>1/26/2021</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F1BBC3DF-4D3E-4D62-AC24-223E50BCC8DF}" type="slidenum">
              <a:rPr lang="en-US" smtClean="0"/>
              <a:pPr/>
              <a:t>‹#›</a:t>
            </a:fld>
            <a:endParaRPr lang="en-US"/>
          </a:p>
        </p:txBody>
      </p:sp>
    </p:spTree>
    <p:extLst>
      <p:ext uri="{BB962C8B-B14F-4D97-AF65-F5344CB8AC3E}">
        <p14:creationId xmlns:p14="http://schemas.microsoft.com/office/powerpoint/2010/main" xmlns="" val="14526812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1C6E12D2-DA3A-480B-BCDF-BFB6C7EBE402}" type="datetimeFigureOut">
              <a:rPr lang="en-US" smtClean="0"/>
              <a:pPr/>
              <a:t>1/26/2021</a:t>
            </a:fld>
            <a:endParaRPr lang="en-US"/>
          </a:p>
        </p:txBody>
      </p:sp>
      <p:sp>
        <p:nvSpPr>
          <p:cNvPr id="5" name="Footer Placeholder 4"/>
          <p:cNvSpPr>
            <a:spLocks noGrp="1"/>
          </p:cNvSpPr>
          <p:nvPr>
            <p:ph type="ftr" sz="quarter" idx="11"/>
          </p:nvPr>
        </p:nvSpPr>
        <p:spPr/>
        <p:txBody>
          <a:bodyPr/>
          <a:lstStyle/>
          <a:p>
            <a:endParaRPr lang="en-US"/>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F1BBC3DF-4D3E-4D62-AC24-223E50BCC8DF}" type="slidenum">
              <a:rPr lang="en-US" smtClean="0"/>
              <a:pPr/>
              <a:t>‹#›</a:t>
            </a:fld>
            <a:endParaRPr lang="en-US"/>
          </a:p>
        </p:txBody>
      </p:sp>
    </p:spTree>
    <p:extLst>
      <p:ext uri="{BB962C8B-B14F-4D97-AF65-F5344CB8AC3E}">
        <p14:creationId xmlns:p14="http://schemas.microsoft.com/office/powerpoint/2010/main" xmlns="" val="325880725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1C6E12D2-DA3A-480B-BCDF-BFB6C7EBE402}" type="datetimeFigureOut">
              <a:rPr lang="en-US" smtClean="0"/>
              <a:pPr/>
              <a:t>1/26/2021</a:t>
            </a:fld>
            <a:endParaRPr lang="en-US"/>
          </a:p>
        </p:txBody>
      </p:sp>
      <p:sp>
        <p:nvSpPr>
          <p:cNvPr id="5" name="Footer Placeholder 4"/>
          <p:cNvSpPr>
            <a:spLocks noGrp="1"/>
          </p:cNvSpPr>
          <p:nvPr>
            <p:ph type="ftr" sz="quarter" idx="11"/>
          </p:nvPr>
        </p:nvSpPr>
        <p:spPr/>
        <p:txBody>
          <a:bodyPr/>
          <a:lstStyle/>
          <a:p>
            <a:endParaRPr lang="en-US"/>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F1BBC3DF-4D3E-4D62-AC24-223E50BCC8DF}" type="slidenum">
              <a:rPr lang="en-US" smtClean="0"/>
              <a:pPr/>
              <a:t>‹#›</a:t>
            </a:fld>
            <a:endParaRPr lang="en-US"/>
          </a:p>
        </p:txBody>
      </p:sp>
    </p:spTree>
    <p:extLst>
      <p:ext uri="{BB962C8B-B14F-4D97-AF65-F5344CB8AC3E}">
        <p14:creationId xmlns:p14="http://schemas.microsoft.com/office/powerpoint/2010/main" xmlns="" val="47446193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C6E12D2-DA3A-480B-BCDF-BFB6C7EBE402}" type="datetimeFigureOut">
              <a:rPr lang="en-US" smtClean="0"/>
              <a:pPr/>
              <a:t>1/26/2021</a:t>
            </a:fld>
            <a:endParaRPr lang="en-US"/>
          </a:p>
        </p:txBody>
      </p:sp>
      <p:sp>
        <p:nvSpPr>
          <p:cNvPr id="5" name="Footer Placeholder 4"/>
          <p:cNvSpPr>
            <a:spLocks noGrp="1"/>
          </p:cNvSpPr>
          <p:nvPr>
            <p:ph type="ftr" sz="quarter" idx="11"/>
          </p:nvPr>
        </p:nvSpPr>
        <p:spPr/>
        <p:txBody>
          <a:bodyPr/>
          <a:lstStyle/>
          <a:p>
            <a:endParaRPr lang="en-US"/>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F1BBC3DF-4D3E-4D62-AC24-223E50BCC8DF}" type="slidenum">
              <a:rPr lang="en-US" smtClean="0"/>
              <a:pPr/>
              <a:t>‹#›</a:t>
            </a:fld>
            <a:endParaRPr lang="en-US"/>
          </a:p>
        </p:txBody>
      </p:sp>
    </p:spTree>
    <p:extLst>
      <p:ext uri="{BB962C8B-B14F-4D97-AF65-F5344CB8AC3E}">
        <p14:creationId xmlns:p14="http://schemas.microsoft.com/office/powerpoint/2010/main" xmlns="" val="101840033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1C6E12D2-DA3A-480B-BCDF-BFB6C7EBE402}" type="datetimeFigureOut">
              <a:rPr lang="en-US" smtClean="0"/>
              <a:pPr/>
              <a:t>1/26/2021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1BBC3DF-4D3E-4D62-AC24-223E50BCC8DF}" type="slidenum">
              <a:rPr lang="en-US" smtClean="0"/>
              <a:pPr/>
              <a:t>‹#›</a:t>
            </a:fld>
            <a:endParaRPr lang="en-US"/>
          </a:p>
        </p:txBody>
      </p:sp>
    </p:spTree>
    <p:extLst>
      <p:ext uri="{BB962C8B-B14F-4D97-AF65-F5344CB8AC3E}">
        <p14:creationId xmlns:p14="http://schemas.microsoft.com/office/powerpoint/2010/main" xmlns="" val="332024156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1C6E12D2-DA3A-480B-BCDF-BFB6C7EBE402}" type="datetimeFigureOut">
              <a:rPr lang="en-US" smtClean="0"/>
              <a:pPr/>
              <a:t>1/26/2021</a:t>
            </a:fld>
            <a:endParaRPr lang="en-US"/>
          </a:p>
        </p:txBody>
      </p:sp>
      <p:sp>
        <p:nvSpPr>
          <p:cNvPr id="8" name="Footer Placeholder 7"/>
          <p:cNvSpPr>
            <a:spLocks noGrp="1"/>
          </p:cNvSpPr>
          <p:nvPr>
            <p:ph type="ftr" sz="quarter" idx="11"/>
          </p:nvPr>
        </p:nvSpPr>
        <p:spPr>
          <a:xfrm>
            <a:off x="561111" y="6391838"/>
            <a:ext cx="3644282" cy="304801"/>
          </a:xfrm>
        </p:spPr>
        <p:txBody>
          <a:bodyPr/>
          <a:lstStyle/>
          <a:p>
            <a:endParaRPr lang="en-US"/>
          </a:p>
        </p:txBody>
      </p:sp>
      <p:sp>
        <p:nvSpPr>
          <p:cNvPr id="9" name="Slide Number Placeholder 8"/>
          <p:cNvSpPr>
            <a:spLocks noGrp="1"/>
          </p:cNvSpPr>
          <p:nvPr>
            <p:ph type="sldNum" sz="quarter" idx="12"/>
          </p:nvPr>
        </p:nvSpPr>
        <p:spPr/>
        <p:txBody>
          <a:bodyPr/>
          <a:lstStyle/>
          <a:p>
            <a:fld id="{F1BBC3DF-4D3E-4D62-AC24-223E50BCC8DF}" type="slidenum">
              <a:rPr lang="en-US" smtClean="0"/>
              <a:pPr/>
              <a:t>‹#›</a:t>
            </a:fld>
            <a:endParaRPr lang="en-US"/>
          </a:p>
        </p:txBody>
      </p:sp>
    </p:spTree>
    <p:extLst>
      <p:ext uri="{BB962C8B-B14F-4D97-AF65-F5344CB8AC3E}">
        <p14:creationId xmlns:p14="http://schemas.microsoft.com/office/powerpoint/2010/main" xmlns="" val="129287876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1C6E12D2-DA3A-480B-BCDF-BFB6C7EBE402}" type="datetimeFigureOut">
              <a:rPr lang="en-US" smtClean="0"/>
              <a:pPr/>
              <a:t>1/26/2021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1BBC3DF-4D3E-4D62-AC24-223E50BCC8DF}" type="slidenum">
              <a:rPr lang="en-US" smtClean="0"/>
              <a:pPr/>
              <a:t>‹#›</a:t>
            </a:fld>
            <a:endParaRPr lang="en-US"/>
          </a:p>
        </p:txBody>
      </p:sp>
    </p:spTree>
    <p:extLst>
      <p:ext uri="{BB962C8B-B14F-4D97-AF65-F5344CB8AC3E}">
        <p14:creationId xmlns:p14="http://schemas.microsoft.com/office/powerpoint/2010/main" xmlns="" val="367784888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1C6E12D2-DA3A-480B-BCDF-BFB6C7EBE402}" type="datetimeFigureOut">
              <a:rPr lang="en-US" smtClean="0"/>
              <a:pPr/>
              <a:t>1/26/2021</a:t>
            </a:fld>
            <a:endParaRPr lang="en-US"/>
          </a:p>
        </p:txBody>
      </p:sp>
      <p:sp>
        <p:nvSpPr>
          <p:cNvPr id="5" name="Footer Placeholder 4"/>
          <p:cNvSpPr>
            <a:spLocks noGrp="1"/>
          </p:cNvSpPr>
          <p:nvPr>
            <p:ph type="ftr" sz="quarter" idx="11"/>
          </p:nvPr>
        </p:nvSpPr>
        <p:spPr/>
        <p:txBody>
          <a:bodyPr/>
          <a:lstStyle/>
          <a:p>
            <a:endParaRPr lang="en-US"/>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F1BBC3DF-4D3E-4D62-AC24-223E50BCC8DF}" type="slidenum">
              <a:rPr lang="en-US" smtClean="0"/>
              <a:pPr/>
              <a:t>‹#›</a:t>
            </a:fld>
            <a:endParaRPr lang="en-US"/>
          </a:p>
        </p:txBody>
      </p:sp>
    </p:spTree>
    <p:extLst>
      <p:ext uri="{BB962C8B-B14F-4D97-AF65-F5344CB8AC3E}">
        <p14:creationId xmlns:p14="http://schemas.microsoft.com/office/powerpoint/2010/main" xmlns="" val="30121893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1C6E12D2-DA3A-480B-BCDF-BFB6C7EBE402}" type="datetimeFigureOut">
              <a:rPr lang="en-US" smtClean="0"/>
              <a:pPr/>
              <a:t>1/26/2021</a:t>
            </a:fld>
            <a:endParaRPr lang="en-US"/>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endParaRPr lang="en-US"/>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F1BBC3DF-4D3E-4D62-AC24-223E50BCC8DF}" type="slidenum">
              <a:rPr lang="en-US" smtClean="0"/>
              <a:pPr/>
              <a:t>‹#›</a:t>
            </a:fld>
            <a:endParaRPr lang="en-US"/>
          </a:p>
        </p:txBody>
      </p:sp>
    </p:spTree>
    <p:extLst>
      <p:ext uri="{BB962C8B-B14F-4D97-AF65-F5344CB8AC3E}">
        <p14:creationId xmlns:p14="http://schemas.microsoft.com/office/powerpoint/2010/main" xmlns="" val="4092819271"/>
      </p:ext>
    </p:extLst>
  </p:cSld>
  <p:clrMap bg1="lt1" tx1="dk1" bg2="lt2" tx2="dk2" accent1="accent1" accent2="accent2" accent3="accent3" accent4="accent4" accent5="accent5" accent6="accent6" hlink="hlink" folHlink="folHlink"/>
  <p:sldLayoutIdLst>
    <p:sldLayoutId id="2147483696" r:id="rId1"/>
    <p:sldLayoutId id="2147483697" r:id="rId2"/>
    <p:sldLayoutId id="2147483698" r:id="rId3"/>
    <p:sldLayoutId id="2147483699" r:id="rId4"/>
    <p:sldLayoutId id="2147483700" r:id="rId5"/>
    <p:sldLayoutId id="2147483701" r:id="rId6"/>
    <p:sldLayoutId id="2147483702" r:id="rId7"/>
    <p:sldLayoutId id="2147483703" r:id="rId8"/>
    <p:sldLayoutId id="2147483704" r:id="rId9"/>
    <p:sldLayoutId id="2147483705" r:id="rId10"/>
    <p:sldLayoutId id="2147483706" r:id="rId11"/>
    <p:sldLayoutId id="2147483707" r:id="rId12"/>
    <p:sldLayoutId id="2147483708" r:id="rId13"/>
    <p:sldLayoutId id="2147483709" r:id="rId14"/>
    <p:sldLayoutId id="2147483710" r:id="rId15"/>
    <p:sldLayoutId id="2147483711" r:id="rId16"/>
    <p:sldLayoutId id="2147483712" r:id="rId17"/>
  </p:sldLayoutIdLst>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FE7D079-2B1B-40AF-AEBC-3D4705E15124}"/>
              </a:ext>
            </a:extLst>
          </p:cNvPr>
          <p:cNvSpPr>
            <a:spLocks noGrp="1"/>
          </p:cNvSpPr>
          <p:nvPr>
            <p:ph type="ctrTitle"/>
          </p:nvPr>
        </p:nvSpPr>
        <p:spPr>
          <a:xfrm>
            <a:off x="2692398" y="2255444"/>
            <a:ext cx="6815669" cy="1515533"/>
          </a:xfrm>
        </p:spPr>
        <p:txBody>
          <a:bodyPr/>
          <a:lstStyle/>
          <a:p>
            <a:r>
              <a:rPr lang="en-US" smtClean="0"/>
              <a:t>FOOD ORDERING SYSTEM</a:t>
            </a:r>
            <a:endParaRPr lang="en-US" dirty="0"/>
          </a:p>
        </p:txBody>
      </p:sp>
      <p:sp>
        <p:nvSpPr>
          <p:cNvPr id="3" name="Subtitle 2">
            <a:extLst>
              <a:ext uri="{FF2B5EF4-FFF2-40B4-BE49-F238E27FC236}">
                <a16:creationId xmlns:a16="http://schemas.microsoft.com/office/drawing/2014/main" xmlns="" id="{B9534E64-7AE3-404E-B86A-B8C0536DD8AE}"/>
              </a:ext>
            </a:extLst>
          </p:cNvPr>
          <p:cNvSpPr>
            <a:spLocks noGrp="1"/>
          </p:cNvSpPr>
          <p:nvPr>
            <p:ph type="subTitle" idx="1"/>
          </p:nvPr>
        </p:nvSpPr>
        <p:spPr>
          <a:xfrm>
            <a:off x="2692398" y="3962397"/>
            <a:ext cx="6815669" cy="1320802"/>
          </a:xfrm>
        </p:spPr>
        <p:txBody>
          <a:bodyPr/>
          <a:lstStyle/>
          <a:p>
            <a:endParaRPr lang="en-US" dirty="0"/>
          </a:p>
        </p:txBody>
      </p:sp>
    </p:spTree>
    <p:extLst>
      <p:ext uri="{BB962C8B-B14F-4D97-AF65-F5344CB8AC3E}">
        <p14:creationId xmlns:p14="http://schemas.microsoft.com/office/powerpoint/2010/main" xmlns="" val="154729226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B8DFE3D-CF41-4632-AEB2-4BE6F92E974B}"/>
              </a:ext>
            </a:extLst>
          </p:cNvPr>
          <p:cNvSpPr>
            <a:spLocks noGrp="1"/>
          </p:cNvSpPr>
          <p:nvPr>
            <p:ph type="title"/>
          </p:nvPr>
        </p:nvSpPr>
        <p:spPr/>
        <p:txBody>
          <a:bodyPr/>
          <a:lstStyle/>
          <a:p>
            <a:r>
              <a:rPr lang="en-US" dirty="0"/>
              <a:t>ABSTRACT</a:t>
            </a:r>
          </a:p>
        </p:txBody>
      </p:sp>
      <p:sp>
        <p:nvSpPr>
          <p:cNvPr id="3" name="Content Placeholder 2">
            <a:extLst>
              <a:ext uri="{FF2B5EF4-FFF2-40B4-BE49-F238E27FC236}">
                <a16:creationId xmlns:a16="http://schemas.microsoft.com/office/drawing/2014/main" xmlns="" id="{5854B835-7BC2-467F-A535-7DE21884A81B}"/>
              </a:ext>
            </a:extLst>
          </p:cNvPr>
          <p:cNvSpPr>
            <a:spLocks noGrp="1"/>
          </p:cNvSpPr>
          <p:nvPr>
            <p:ph idx="1"/>
          </p:nvPr>
        </p:nvSpPr>
        <p:spPr/>
        <p:txBody>
          <a:bodyPr>
            <a:normAutofit/>
          </a:bodyPr>
          <a:lstStyle/>
          <a:p>
            <a:r>
              <a:rPr lang="en-US" sz="1500" dirty="0" smtClean="0">
                <a:latin typeface="Calibri" panose="020F0502020204030204" pitchFamily="34" charset="0"/>
                <a:ea typeface="Times New Roman" panose="02020603050405020304" pitchFamily="18" charset="0"/>
                <a:cs typeface="Calibri" panose="020F0502020204030204" pitchFamily="34" charset="0"/>
              </a:rPr>
              <a:t>A Food ordering system is a used inside the hotel or restaurant, because this is not an online application, which application can use only inside the restaurant. Admin first should allocate the menu item list in the menu item list adding menu. Once the admin added the food items in the list will be displayed in the all the customer places. The customer can place the order in where he sitting in the place, no need to request food by the supplier. Once the order has been placing the kitchen server has receive some notification and he can prepare it. There are some modules are using this application which are may take differ from different scenario.</a:t>
            </a:r>
            <a:endParaRPr lang="en-IN" sz="1500" dirty="0" smtClean="0">
              <a:latin typeface="Calibri" panose="020F0502020204030204" pitchFamily="34" charset="0"/>
              <a:ea typeface="Times New Roman" panose="02020603050405020304" pitchFamily="18" charset="0"/>
              <a:cs typeface="Calibri" panose="020F0502020204030204" pitchFamily="34" charset="0"/>
            </a:endParaRPr>
          </a:p>
          <a:p>
            <a:r>
              <a:rPr lang="en-US" sz="1500" dirty="0" smtClean="0">
                <a:latin typeface="Calibri" panose="020F0502020204030204" pitchFamily="34" charset="0"/>
                <a:ea typeface="Times New Roman" panose="02020603050405020304" pitchFamily="18" charset="0"/>
                <a:cs typeface="Calibri" panose="020F0502020204030204" pitchFamily="34" charset="0"/>
              </a:rPr>
              <a:t>This is very modern way to accessing the application, which is very user friendly and common application, here Front as JAVA and back end as SQL.</a:t>
            </a:r>
            <a:endParaRPr lang="en-IN" sz="1500" dirty="0">
              <a:latin typeface="Calibri" panose="020F0502020204030204" pitchFamily="34" charset="0"/>
              <a:ea typeface="Times New Roman" panose="02020603050405020304" pitchFamily="18" charset="0"/>
              <a:cs typeface="Calibri" panose="020F0502020204030204" pitchFamily="34" charset="0"/>
            </a:endParaRPr>
          </a:p>
        </p:txBody>
      </p:sp>
    </p:spTree>
    <p:extLst>
      <p:ext uri="{BB962C8B-B14F-4D97-AF65-F5344CB8AC3E}">
        <p14:creationId xmlns:p14="http://schemas.microsoft.com/office/powerpoint/2010/main" xmlns="" val="144655554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928D01C-8D37-4F3A-B329-D9C66B48A509}"/>
              </a:ext>
            </a:extLst>
          </p:cNvPr>
          <p:cNvSpPr>
            <a:spLocks noGrp="1"/>
          </p:cNvSpPr>
          <p:nvPr>
            <p:ph type="title"/>
          </p:nvPr>
        </p:nvSpPr>
        <p:spPr/>
        <p:txBody>
          <a:bodyPr/>
          <a:lstStyle/>
          <a:p>
            <a:r>
              <a:rPr lang="en-US" sz="1800" b="1" dirty="0">
                <a:effectLst/>
                <a:latin typeface="Times New Roman" panose="02020603050405020304" pitchFamily="18" charset="0"/>
                <a:ea typeface="Calibri" panose="020F0502020204030204" pitchFamily="34" charset="0"/>
              </a:rPr>
              <a:t> HARDWARE SPECFICATION</a:t>
            </a:r>
            <a:endParaRPr lang="en-US" dirty="0"/>
          </a:p>
        </p:txBody>
      </p:sp>
      <p:sp>
        <p:nvSpPr>
          <p:cNvPr id="3" name="Content Placeholder 2">
            <a:extLst>
              <a:ext uri="{FF2B5EF4-FFF2-40B4-BE49-F238E27FC236}">
                <a16:creationId xmlns:a16="http://schemas.microsoft.com/office/drawing/2014/main" xmlns="" id="{D5EC0356-6C79-4D24-998C-29DE6C39D1B9}"/>
              </a:ext>
            </a:extLst>
          </p:cNvPr>
          <p:cNvSpPr>
            <a:spLocks noGrp="1"/>
          </p:cNvSpPr>
          <p:nvPr>
            <p:ph idx="1"/>
          </p:nvPr>
        </p:nvSpPr>
        <p:spPr/>
        <p:txBody>
          <a:bodyPr/>
          <a:lstStyle/>
          <a:p>
            <a:pPr marL="342900" marR="0" lvl="0" indent="-342900">
              <a:lnSpc>
                <a:spcPct val="150000"/>
              </a:lnSpc>
              <a:spcBef>
                <a:spcPts val="0"/>
              </a:spcBef>
              <a:spcAft>
                <a:spcPts val="1000"/>
              </a:spcAft>
              <a:buSzPts val="1200"/>
              <a:buFont typeface="Wingdings" panose="05000000000000000000" pitchFamily="2" charset="2"/>
              <a:buChar char=""/>
              <a:tabLst>
                <a:tab pos="266700" algn="l"/>
              </a:tabLs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Processor				:  P 4 700 GHz.</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50000"/>
              </a:lnSpc>
              <a:spcBef>
                <a:spcPts val="0"/>
              </a:spcBef>
              <a:spcAft>
                <a:spcPts val="1000"/>
              </a:spcAft>
              <a:buSzPts val="1200"/>
              <a:buFont typeface="Wingdings" panose="05000000000000000000" pitchFamily="2" charset="2"/>
              <a:buChar char=""/>
              <a:tabLst>
                <a:tab pos="266700" algn="l"/>
              </a:tabLs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RAM					:  4 GB RAM</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50000"/>
              </a:lnSpc>
              <a:spcBef>
                <a:spcPts val="0"/>
              </a:spcBef>
              <a:spcAft>
                <a:spcPts val="1000"/>
              </a:spcAft>
              <a:buSzPts val="1200"/>
              <a:buFont typeface="Wingdings" panose="05000000000000000000" pitchFamily="2" charset="2"/>
              <a:buChar char=""/>
              <a:tabLst>
                <a:tab pos="266700" algn="l"/>
              </a:tabLs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Hard Disk Drive			:  180 GB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xmlns="" val="1448134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D9503AC-872F-4E85-AEE2-7A8E7C5BC087}"/>
              </a:ext>
            </a:extLst>
          </p:cNvPr>
          <p:cNvSpPr>
            <a:spLocks noGrp="1"/>
          </p:cNvSpPr>
          <p:nvPr>
            <p:ph type="title"/>
          </p:nvPr>
        </p:nvSpPr>
        <p:spPr/>
        <p:txBody>
          <a:bodyPr/>
          <a:lstStyle/>
          <a:p>
            <a:r>
              <a:rPr lang="en-US" sz="1800" b="1" dirty="0">
                <a:latin typeface="Times New Roman" panose="02020603050405020304" pitchFamily="18" charset="0"/>
                <a:ea typeface="Calibri" panose="020F0502020204030204" pitchFamily="34" charset="0"/>
              </a:rPr>
              <a:t> SOFTWARE SPECIFICATION</a:t>
            </a:r>
            <a:r>
              <a:rPr lang="en-US" sz="1800" dirty="0">
                <a:effectLst/>
                <a:latin typeface="Times New Roman" panose="02020603050405020304" pitchFamily="18" charset="0"/>
                <a:ea typeface="Times New Roman" panose="02020603050405020304" pitchFamily="18" charset="0"/>
              </a:rPr>
              <a:t/>
            </a:r>
            <a:br>
              <a:rPr lang="en-US" sz="1800" dirty="0">
                <a:effectLst/>
                <a:latin typeface="Times New Roman" panose="02020603050405020304" pitchFamily="18" charset="0"/>
                <a:ea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xmlns="" id="{7F785B1C-3FC4-43FE-88A7-4F680B15B227}"/>
              </a:ext>
            </a:extLst>
          </p:cNvPr>
          <p:cNvSpPr>
            <a:spLocks noGrp="1"/>
          </p:cNvSpPr>
          <p:nvPr>
            <p:ph idx="1"/>
          </p:nvPr>
        </p:nvSpPr>
        <p:spPr/>
        <p:txBody>
          <a:bodyPr/>
          <a:lstStyle/>
          <a:p>
            <a:pPr marL="342900" marR="0" lvl="0" indent="-342900">
              <a:lnSpc>
                <a:spcPct val="150000"/>
              </a:lnSpc>
              <a:spcBef>
                <a:spcPts val="0"/>
              </a:spcBef>
              <a:spcAft>
                <a:spcPts val="1000"/>
              </a:spcAft>
              <a:buFont typeface="Symbol" panose="05050102010706020507" pitchFamily="18" charset="2"/>
              <a:buChar char=""/>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Operating System 			:  Windows 7/8/10</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50000"/>
              </a:lnSpc>
              <a:spcBef>
                <a:spcPts val="0"/>
              </a:spcBef>
              <a:spcAft>
                <a:spcPts val="1000"/>
              </a:spcAft>
              <a:buFont typeface="Symbol" panose="05050102010706020507" pitchFamily="18" charset="2"/>
              <a:buChar char=""/>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Front End					:  JAVA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50000"/>
              </a:lnSpc>
              <a:spcBef>
                <a:spcPts val="0"/>
              </a:spcBef>
              <a:spcAft>
                <a:spcPts val="1000"/>
              </a:spcAft>
              <a:buFont typeface="Symbol" panose="05050102010706020507" pitchFamily="18" charset="2"/>
              <a:buChar char=""/>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Back End					:  SQL</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3000"/>
              </a:lnSpc>
              <a:spcAft>
                <a:spcPts val="1000"/>
              </a:spcAft>
              <a:buNone/>
            </a:pPr>
            <a:r>
              <a:rPr lang="en-US" sz="1800" b="1" dirty="0">
                <a:effectLst/>
                <a:latin typeface="Times New Roman" panose="02020603050405020304" pitchFamily="18" charset="0"/>
                <a:ea typeface="Calibri" panose="020F0502020204030204" pitchFamily="34" charset="0"/>
              </a:rPr>
              <a:t/>
            </a:r>
            <a:br>
              <a:rPr lang="en-US" sz="1800" b="1" dirty="0">
                <a:effectLst/>
                <a:latin typeface="Times New Roman" panose="02020603050405020304" pitchFamily="18" charset="0"/>
                <a:ea typeface="Calibri" panose="020F0502020204030204" pitchFamily="34" charset="0"/>
              </a:rPr>
            </a:b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US" sz="1800" dirty="0">
              <a:effectLst/>
              <a:latin typeface="Calibri" panose="020F0502020204030204" pitchFamily="34" charset="0"/>
              <a:ea typeface="Times New Roman" panose="02020603050405020304" pitchFamily="18" charset="0"/>
              <a:cs typeface="Times New Roman" panose="02020603050405020304" pitchFamily="18" charset="0"/>
            </a:endParaRPr>
          </a:p>
          <a:p>
            <a:endParaRPr lang="en-US" dirty="0"/>
          </a:p>
        </p:txBody>
      </p:sp>
    </p:spTree>
    <p:extLst>
      <p:ext uri="{BB962C8B-B14F-4D97-AF65-F5344CB8AC3E}">
        <p14:creationId xmlns:p14="http://schemas.microsoft.com/office/powerpoint/2010/main" xmlns="" val="24478363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E96AEBB-53AB-4615-9F17-8505694A5C4F}"/>
              </a:ext>
            </a:extLst>
          </p:cNvPr>
          <p:cNvSpPr>
            <a:spLocks noGrp="1"/>
          </p:cNvSpPr>
          <p:nvPr>
            <p:ph type="title"/>
          </p:nvPr>
        </p:nvSpPr>
        <p:spPr/>
        <p:txBody>
          <a:bodyPr/>
          <a:lstStyle/>
          <a:p>
            <a:r>
              <a:rPr lang="en-US" dirty="0"/>
              <a:t>EXISTING SYSTEM</a:t>
            </a:r>
          </a:p>
        </p:txBody>
      </p:sp>
      <p:sp>
        <p:nvSpPr>
          <p:cNvPr id="3" name="Content Placeholder 2">
            <a:extLst>
              <a:ext uri="{FF2B5EF4-FFF2-40B4-BE49-F238E27FC236}">
                <a16:creationId xmlns:a16="http://schemas.microsoft.com/office/drawing/2014/main" xmlns="" id="{B678DDFF-0C1F-4E6A-A7AF-6FD81C2BA9CF}"/>
              </a:ext>
            </a:extLst>
          </p:cNvPr>
          <p:cNvSpPr>
            <a:spLocks noGrp="1"/>
          </p:cNvSpPr>
          <p:nvPr>
            <p:ph idx="1"/>
          </p:nvPr>
        </p:nvSpPr>
        <p:spPr>
          <a:xfrm>
            <a:off x="1164479" y="2565400"/>
            <a:ext cx="8825659" cy="3416300"/>
          </a:xfrm>
        </p:spPr>
        <p:txBody>
          <a:bodyPr>
            <a:normAutofit fontScale="92500" lnSpcReduction="10000"/>
          </a:bodyPr>
          <a:lstStyle/>
          <a:p>
            <a:endParaRPr lang="en-US" dirty="0" smtClean="0">
              <a:latin typeface="Calibri" panose="020F0502020204030204" pitchFamily="34" charset="0"/>
              <a:ea typeface="Times New Roman" panose="02020603050405020304" pitchFamily="18" charset="0"/>
            </a:endParaRPr>
          </a:p>
          <a:p>
            <a:r>
              <a:rPr lang="en-US" dirty="0" smtClean="0">
                <a:latin typeface="Calibri" panose="020F0502020204030204" pitchFamily="34" charset="0"/>
                <a:ea typeface="Times New Roman" panose="02020603050405020304" pitchFamily="18" charset="0"/>
              </a:rPr>
              <a:t>Before </a:t>
            </a:r>
            <a:r>
              <a:rPr lang="en-US" dirty="0" smtClean="0">
                <a:latin typeface="Calibri" panose="020F0502020204030204" pitchFamily="34" charset="0"/>
                <a:ea typeface="Times New Roman" panose="02020603050405020304" pitchFamily="18" charset="0"/>
              </a:rPr>
              <a:t>the canteen automation system, a customer needs to first ask menu list from waiter then choose menu then again call waiter then order the food. </a:t>
            </a:r>
            <a:r>
              <a:rPr lang="en-US" dirty="0" smtClean="0">
                <a:latin typeface="Calibri" panose="020F0502020204030204" pitchFamily="34" charset="0"/>
                <a:ea typeface="Times New Roman" panose="02020603050405020304" pitchFamily="18" charset="0"/>
              </a:rPr>
              <a:t>Which could be takes more time to ordering a single food. Sometimes if the waiter has busy with some customer it make some irritate feeling to the canteen. So, its very hard to maintain the canteen system.</a:t>
            </a:r>
          </a:p>
          <a:p>
            <a:pPr>
              <a:buNone/>
            </a:pPr>
            <a:endParaRPr lang="en-IN" dirty="0" smtClean="0"/>
          </a:p>
          <a:p>
            <a:pPr marL="0" indent="0">
              <a:buNone/>
            </a:pPr>
            <a:r>
              <a:rPr lang="en-US" b="1" kern="100" dirty="0" smtClean="0">
                <a:latin typeface="Times New Roman" panose="02020603050405020304" pitchFamily="18" charset="0"/>
              </a:rPr>
              <a:t>Disadvantages</a:t>
            </a:r>
            <a:endParaRPr lang="en-US" b="1" kern="100" dirty="0">
              <a:latin typeface="Times New Roman" panose="02020603050405020304" pitchFamily="18" charset="0"/>
            </a:endParaRPr>
          </a:p>
          <a:p>
            <a:pPr lvl="0">
              <a:buFont typeface="Arial" pitchFamily="34" charset="0"/>
              <a:buChar char="•"/>
            </a:pPr>
            <a:r>
              <a:rPr lang="en-US" dirty="0" smtClean="0">
                <a:latin typeface="Calibri" panose="020F0502020204030204" pitchFamily="34" charset="0"/>
                <a:ea typeface="Times New Roman" panose="02020603050405020304" pitchFamily="18" charset="0"/>
              </a:rPr>
              <a:t>Customer don’t know about the food details</a:t>
            </a:r>
            <a:endParaRPr lang="en-IN" dirty="0" smtClean="0">
              <a:latin typeface="Calibri" panose="020F0502020204030204" pitchFamily="34" charset="0"/>
              <a:ea typeface="Times New Roman" panose="02020603050405020304" pitchFamily="18" charset="0"/>
            </a:endParaRPr>
          </a:p>
          <a:p>
            <a:pPr lvl="0">
              <a:buFont typeface="Arial" pitchFamily="34" charset="0"/>
              <a:buChar char="•"/>
            </a:pPr>
            <a:r>
              <a:rPr lang="en-US" dirty="0" smtClean="0">
                <a:latin typeface="Calibri" panose="020F0502020204030204" pitchFamily="34" charset="0"/>
                <a:ea typeface="Times New Roman" panose="02020603050405020304" pitchFamily="18" charset="0"/>
              </a:rPr>
              <a:t>Waste of time to waiting for a waiter.</a:t>
            </a:r>
            <a:endParaRPr lang="en-IN" dirty="0" smtClean="0">
              <a:latin typeface="Calibri" panose="020F0502020204030204" pitchFamily="34" charset="0"/>
              <a:ea typeface="Times New Roman" panose="02020603050405020304" pitchFamily="18" charset="0"/>
            </a:endParaRPr>
          </a:p>
          <a:p>
            <a:pPr lvl="0">
              <a:buFont typeface="Arial" pitchFamily="34" charset="0"/>
              <a:buChar char="•"/>
            </a:pPr>
            <a:r>
              <a:rPr lang="en-US" dirty="0" smtClean="0">
                <a:latin typeface="Calibri" panose="020F0502020204030204" pitchFamily="34" charset="0"/>
                <a:ea typeface="Times New Roman" panose="02020603050405020304" pitchFamily="18" charset="0"/>
              </a:rPr>
              <a:t>Easy to ordering a food</a:t>
            </a:r>
            <a:endParaRPr lang="en-IN" dirty="0" smtClean="0">
              <a:latin typeface="Calibri" panose="020F0502020204030204" pitchFamily="34" charset="0"/>
              <a:ea typeface="Times New Roman" panose="02020603050405020304" pitchFamily="18" charset="0"/>
            </a:endParaRPr>
          </a:p>
          <a:p>
            <a:pPr marL="0" indent="0">
              <a:buNone/>
            </a:pPr>
            <a:endParaRPr lang="en-US" dirty="0"/>
          </a:p>
        </p:txBody>
      </p:sp>
    </p:spTree>
    <p:extLst>
      <p:ext uri="{BB962C8B-B14F-4D97-AF65-F5344CB8AC3E}">
        <p14:creationId xmlns:p14="http://schemas.microsoft.com/office/powerpoint/2010/main" xmlns="" val="1590290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32D4710-71A8-410A-85F1-3F6B0BE3FAC7}"/>
              </a:ext>
            </a:extLst>
          </p:cNvPr>
          <p:cNvSpPr>
            <a:spLocks noGrp="1"/>
          </p:cNvSpPr>
          <p:nvPr>
            <p:ph type="title"/>
          </p:nvPr>
        </p:nvSpPr>
        <p:spPr/>
        <p:txBody>
          <a:bodyPr/>
          <a:lstStyle/>
          <a:p>
            <a:r>
              <a:rPr lang="en-US" dirty="0"/>
              <a:t>PROPOSED SYSTEM</a:t>
            </a:r>
          </a:p>
        </p:txBody>
      </p:sp>
      <p:sp>
        <p:nvSpPr>
          <p:cNvPr id="3" name="Content Placeholder 2">
            <a:extLst>
              <a:ext uri="{FF2B5EF4-FFF2-40B4-BE49-F238E27FC236}">
                <a16:creationId xmlns:a16="http://schemas.microsoft.com/office/drawing/2014/main" xmlns="" id="{76E19CB4-FA1C-4ED5-AFF1-B82455ED53A4}"/>
              </a:ext>
            </a:extLst>
          </p:cNvPr>
          <p:cNvSpPr>
            <a:spLocks noGrp="1"/>
          </p:cNvSpPr>
          <p:nvPr>
            <p:ph idx="1"/>
          </p:nvPr>
        </p:nvSpPr>
        <p:spPr/>
        <p:txBody>
          <a:bodyPr>
            <a:normAutofit/>
          </a:bodyPr>
          <a:lstStyle/>
          <a:p>
            <a:pPr marL="0" indent="0">
              <a:buNone/>
            </a:pPr>
            <a:r>
              <a:rPr lang="en-US" sz="1800" dirty="0">
                <a:effectLst/>
                <a:latin typeface="Calibri" panose="020F0502020204030204" pitchFamily="34" charset="0"/>
                <a:ea typeface="Times New Roman" panose="02020603050405020304" pitchFamily="18" charset="0"/>
              </a:rPr>
              <a:t>	</a:t>
            </a:r>
            <a:r>
              <a:rPr lang="en-US" dirty="0" smtClean="0">
                <a:latin typeface="Calibri" panose="020F0502020204030204" pitchFamily="34" charset="0"/>
                <a:ea typeface="Times New Roman" panose="02020603050405020304" pitchFamily="18" charset="0"/>
              </a:rPr>
              <a:t>This system helps to ordering a food manually by the customer. </a:t>
            </a:r>
            <a:r>
              <a:rPr lang="en-US" dirty="0" smtClean="0">
                <a:latin typeface="Calibri" panose="020F0502020204030204" pitchFamily="34" charset="0"/>
                <a:ea typeface="Times New Roman" panose="02020603050405020304" pitchFamily="18" charset="0"/>
              </a:rPr>
              <a:t>Customer can choose their </a:t>
            </a:r>
            <a:r>
              <a:rPr lang="en-US" dirty="0" smtClean="0">
                <a:latin typeface="Calibri" panose="020F0502020204030204" pitchFamily="34" charset="0"/>
                <a:ea typeface="Times New Roman" panose="02020603050405020304" pitchFamily="18" charset="0"/>
              </a:rPr>
              <a:t>favorite </a:t>
            </a:r>
            <a:r>
              <a:rPr lang="en-US" dirty="0" smtClean="0">
                <a:latin typeface="Calibri" panose="020F0502020204030204" pitchFamily="34" charset="0"/>
                <a:ea typeface="Times New Roman" panose="02020603050405020304" pitchFamily="18" charset="0"/>
              </a:rPr>
              <a:t>food without asking the waiter. </a:t>
            </a:r>
            <a:r>
              <a:rPr lang="en-US" dirty="0" smtClean="0">
                <a:latin typeface="Calibri" panose="020F0502020204030204" pitchFamily="34" charset="0"/>
                <a:ea typeface="Times New Roman" panose="02020603050405020304" pitchFamily="18" charset="0"/>
              </a:rPr>
              <a:t>This might be reducing time of ordering a food. Every tables have one system, with this system helps to ordering a food, then the order will be visible to the cooking team they will saw and preparing and delivering a food. </a:t>
            </a:r>
            <a:endParaRPr lang="en-IN" dirty="0" smtClean="0">
              <a:latin typeface="Calibri" panose="020F0502020204030204" pitchFamily="34" charset="0"/>
              <a:ea typeface="Times New Roman" panose="02020603050405020304" pitchFamily="18" charset="0"/>
            </a:endParaRPr>
          </a:p>
          <a:p>
            <a:pPr marL="0" indent="0">
              <a:buNone/>
            </a:pPr>
            <a:endParaRPr lang="en-US" sz="1800" dirty="0">
              <a:effectLst/>
              <a:latin typeface="Calibri" panose="020F0502020204030204" pitchFamily="34" charset="0"/>
              <a:ea typeface="Times New Roman" panose="02020603050405020304" pitchFamily="18" charset="0"/>
            </a:endParaRPr>
          </a:p>
          <a:p>
            <a:pPr marL="0" indent="0">
              <a:buNone/>
            </a:pPr>
            <a:r>
              <a:rPr lang="en-US" sz="1800" b="1" kern="100" dirty="0">
                <a:latin typeface="Times New Roman" panose="02020603050405020304" pitchFamily="18" charset="0"/>
              </a:rPr>
              <a:t>Advantages</a:t>
            </a:r>
          </a:p>
          <a:p>
            <a:pPr>
              <a:buFont typeface="Arial" pitchFamily="34" charset="0"/>
              <a:buChar char="•"/>
            </a:pPr>
            <a:r>
              <a:rPr lang="en-US" dirty="0" smtClean="0">
                <a:latin typeface="Calibri" panose="020F0502020204030204" pitchFamily="34" charset="0"/>
                <a:ea typeface="Times New Roman" panose="02020603050405020304" pitchFamily="18" charset="0"/>
              </a:rPr>
              <a:t>Attractive user interface</a:t>
            </a:r>
            <a:endParaRPr lang="en-IN" dirty="0" smtClean="0">
              <a:latin typeface="Calibri" panose="020F0502020204030204" pitchFamily="34" charset="0"/>
              <a:ea typeface="Times New Roman" panose="02020603050405020304" pitchFamily="18" charset="0"/>
            </a:endParaRPr>
          </a:p>
          <a:p>
            <a:pPr>
              <a:buFont typeface="Arial" pitchFamily="34" charset="0"/>
              <a:buChar char="•"/>
            </a:pPr>
            <a:r>
              <a:rPr lang="en-US" dirty="0" smtClean="0">
                <a:latin typeface="Calibri" panose="020F0502020204030204" pitchFamily="34" charset="0"/>
                <a:ea typeface="Times New Roman" panose="02020603050405020304" pitchFamily="18" charset="0"/>
              </a:rPr>
              <a:t>Every user can be easily to use this software. </a:t>
            </a:r>
            <a:endParaRPr lang="en-IN" dirty="0" smtClean="0">
              <a:latin typeface="Calibri" panose="020F0502020204030204" pitchFamily="34" charset="0"/>
              <a:ea typeface="Times New Roman" panose="02020603050405020304" pitchFamily="18" charset="0"/>
            </a:endParaRPr>
          </a:p>
          <a:p>
            <a:pPr>
              <a:buFont typeface="Arial" pitchFamily="34" charset="0"/>
              <a:buChar char="•"/>
            </a:pPr>
            <a:r>
              <a:rPr lang="en-US" dirty="0" smtClean="0">
                <a:latin typeface="Calibri" panose="020F0502020204030204" pitchFamily="34" charset="0"/>
                <a:ea typeface="Times New Roman" panose="02020603050405020304" pitchFamily="18" charset="0"/>
              </a:rPr>
              <a:t>Taking less time to ordering a food</a:t>
            </a:r>
            <a:endParaRPr lang="en-IN" dirty="0" smtClean="0">
              <a:latin typeface="Calibri" panose="020F0502020204030204" pitchFamily="34" charset="0"/>
              <a:ea typeface="Times New Roman" panose="02020603050405020304" pitchFamily="18" charset="0"/>
            </a:endParaRPr>
          </a:p>
          <a:p>
            <a:pPr marL="0" indent="0">
              <a:buNone/>
            </a:pPr>
            <a:endParaRPr lang="en-US" b="1" dirty="0"/>
          </a:p>
        </p:txBody>
      </p:sp>
    </p:spTree>
    <p:extLst>
      <p:ext uri="{BB962C8B-B14F-4D97-AF65-F5344CB8AC3E}">
        <p14:creationId xmlns:p14="http://schemas.microsoft.com/office/powerpoint/2010/main" xmlns="" val="18606351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D82E879-44E2-4AFC-91C1-A644CA698A8B}"/>
              </a:ext>
            </a:extLst>
          </p:cNvPr>
          <p:cNvSpPr>
            <a:spLocks noGrp="1"/>
          </p:cNvSpPr>
          <p:nvPr>
            <p:ph type="title"/>
          </p:nvPr>
        </p:nvSpPr>
        <p:spPr/>
        <p:txBody>
          <a:bodyPr/>
          <a:lstStyle/>
          <a:p>
            <a:r>
              <a:rPr lang="en-US" dirty="0"/>
              <a:t>Modules</a:t>
            </a:r>
          </a:p>
        </p:txBody>
      </p:sp>
      <p:sp>
        <p:nvSpPr>
          <p:cNvPr id="3" name="Content Placeholder 2">
            <a:extLst>
              <a:ext uri="{FF2B5EF4-FFF2-40B4-BE49-F238E27FC236}">
                <a16:creationId xmlns:a16="http://schemas.microsoft.com/office/drawing/2014/main" xmlns="" id="{C08555ED-5306-4AC3-82F6-94DC618DC81F}"/>
              </a:ext>
            </a:extLst>
          </p:cNvPr>
          <p:cNvSpPr>
            <a:spLocks noGrp="1"/>
          </p:cNvSpPr>
          <p:nvPr>
            <p:ph idx="1"/>
          </p:nvPr>
        </p:nvSpPr>
        <p:spPr/>
        <p:txBody>
          <a:bodyPr>
            <a:normAutofit/>
          </a:bodyPr>
          <a:lstStyle/>
          <a:p>
            <a:pPr lvl="0"/>
            <a:r>
              <a:rPr lang="en-US" sz="1700" dirty="0" smtClean="0">
                <a:latin typeface="Calibri" panose="020F0502020204030204" pitchFamily="34" charset="0"/>
                <a:ea typeface="Times New Roman" panose="02020603050405020304" pitchFamily="18" charset="0"/>
                <a:cs typeface="Calibri" panose="020F0502020204030204" pitchFamily="34" charset="0"/>
              </a:rPr>
              <a:t>Menu list entry	</a:t>
            </a:r>
            <a:endParaRPr lang="en-IN" sz="1700" dirty="0" smtClean="0">
              <a:latin typeface="Calibri" panose="020F0502020204030204" pitchFamily="34" charset="0"/>
              <a:ea typeface="Times New Roman" panose="02020603050405020304" pitchFamily="18" charset="0"/>
              <a:cs typeface="Calibri" panose="020F0502020204030204" pitchFamily="34" charset="0"/>
            </a:endParaRPr>
          </a:p>
          <a:p>
            <a:pPr lvl="0"/>
            <a:r>
              <a:rPr lang="en-US" sz="1700" dirty="0" smtClean="0">
                <a:latin typeface="Calibri" panose="020F0502020204030204" pitchFamily="34" charset="0"/>
                <a:ea typeface="Times New Roman" panose="02020603050405020304" pitchFamily="18" charset="0"/>
                <a:cs typeface="Calibri" panose="020F0502020204030204" pitchFamily="34" charset="0"/>
              </a:rPr>
              <a:t>menu list details	</a:t>
            </a:r>
            <a:endParaRPr lang="en-IN" sz="1700" dirty="0" smtClean="0">
              <a:latin typeface="Calibri" panose="020F0502020204030204" pitchFamily="34" charset="0"/>
              <a:ea typeface="Times New Roman" panose="02020603050405020304" pitchFamily="18" charset="0"/>
              <a:cs typeface="Calibri" panose="020F0502020204030204" pitchFamily="34" charset="0"/>
            </a:endParaRPr>
          </a:p>
          <a:p>
            <a:pPr lvl="0"/>
            <a:r>
              <a:rPr lang="en-US" sz="1700" dirty="0" smtClean="0">
                <a:latin typeface="Calibri" panose="020F0502020204030204" pitchFamily="34" charset="0"/>
                <a:ea typeface="Times New Roman" panose="02020603050405020304" pitchFamily="18" charset="0"/>
                <a:cs typeface="Calibri" panose="020F0502020204030204" pitchFamily="34" charset="0"/>
              </a:rPr>
              <a:t>Food order	</a:t>
            </a:r>
            <a:endParaRPr lang="en-IN" sz="1700" dirty="0" smtClean="0">
              <a:latin typeface="Calibri" panose="020F0502020204030204" pitchFamily="34" charset="0"/>
              <a:ea typeface="Times New Roman" panose="02020603050405020304" pitchFamily="18" charset="0"/>
              <a:cs typeface="Calibri" panose="020F0502020204030204" pitchFamily="34" charset="0"/>
            </a:endParaRPr>
          </a:p>
          <a:p>
            <a:pPr lvl="0"/>
            <a:r>
              <a:rPr lang="en-US" sz="1700" dirty="0" smtClean="0">
                <a:latin typeface="Calibri" panose="020F0502020204030204" pitchFamily="34" charset="0"/>
                <a:ea typeface="Times New Roman" panose="02020603050405020304" pitchFamily="18" charset="0"/>
                <a:cs typeface="Calibri" panose="020F0502020204030204" pitchFamily="34" charset="0"/>
              </a:rPr>
              <a:t>Food order history	</a:t>
            </a:r>
            <a:endParaRPr lang="en-IN" sz="1700" dirty="0" smtClean="0">
              <a:latin typeface="Calibri" panose="020F0502020204030204" pitchFamily="34" charset="0"/>
              <a:ea typeface="Times New Roman" panose="02020603050405020304" pitchFamily="18" charset="0"/>
              <a:cs typeface="Calibri" panose="020F0502020204030204" pitchFamily="34" charset="0"/>
            </a:endParaRPr>
          </a:p>
          <a:p>
            <a:pPr lvl="0"/>
            <a:r>
              <a:rPr lang="en-US" sz="1700" dirty="0" smtClean="0">
                <a:latin typeface="Calibri" panose="020F0502020204030204" pitchFamily="34" charset="0"/>
                <a:ea typeface="Times New Roman" panose="02020603050405020304" pitchFamily="18" charset="0"/>
                <a:cs typeface="Calibri" panose="020F0502020204030204" pitchFamily="34" charset="0"/>
              </a:rPr>
              <a:t>Billing details</a:t>
            </a:r>
            <a:endParaRPr lang="en-IN" sz="1700" dirty="0" smtClean="0">
              <a:latin typeface="Calibri" panose="020F0502020204030204" pitchFamily="34" charset="0"/>
              <a:ea typeface="Times New Roman" panose="02020603050405020304" pitchFamily="18" charset="0"/>
              <a:cs typeface="Calibri" panose="020F0502020204030204" pitchFamily="34" charset="0"/>
            </a:endParaRPr>
          </a:p>
          <a:p>
            <a:pPr>
              <a:buNone/>
            </a:pPr>
            <a:endParaRPr lang="en-IN" sz="1700" dirty="0" smtClean="0">
              <a:latin typeface="Calibri" panose="020F0502020204030204" pitchFamily="34" charset="0"/>
              <a:ea typeface="Times New Roman" panose="02020603050405020304" pitchFamily="18" charset="0"/>
              <a:cs typeface="Calibri" panose="020F0502020204030204" pitchFamily="34" charset="0"/>
            </a:endParaRPr>
          </a:p>
          <a:p>
            <a:pPr>
              <a:buNone/>
            </a:pPr>
            <a:r>
              <a:rPr lang="en-US" sz="1700" b="1" dirty="0" smtClean="0">
                <a:latin typeface="Calibri" panose="020F0502020204030204" pitchFamily="34" charset="0"/>
                <a:ea typeface="Times New Roman" panose="02020603050405020304" pitchFamily="18" charset="0"/>
                <a:cs typeface="Calibri" panose="020F0502020204030204" pitchFamily="34" charset="0"/>
              </a:rPr>
              <a:t>Menu Items Entry</a:t>
            </a:r>
            <a:endParaRPr lang="en-IN" sz="1700" b="1" dirty="0" smtClean="0">
              <a:latin typeface="Calibri" panose="020F0502020204030204" pitchFamily="34" charset="0"/>
              <a:ea typeface="Times New Roman" panose="02020603050405020304" pitchFamily="18" charset="0"/>
              <a:cs typeface="Calibri" panose="020F0502020204030204" pitchFamily="34" charset="0"/>
            </a:endParaRPr>
          </a:p>
          <a:p>
            <a:r>
              <a:rPr lang="en-US" sz="1700" dirty="0" smtClean="0">
                <a:latin typeface="Calibri" panose="020F0502020204030204" pitchFamily="34" charset="0"/>
                <a:ea typeface="Times New Roman" panose="02020603050405020304" pitchFamily="18" charset="0"/>
                <a:cs typeface="Calibri" panose="020F0502020204030204" pitchFamily="34" charset="0"/>
              </a:rPr>
              <a:t>	Menu items was added by admin, these menu items will change daily base. Customer can easily find what are the dishes are available now, then they will order his favorite food.</a:t>
            </a:r>
            <a:endParaRPr lang="en-IN" sz="1700" dirty="0">
              <a:latin typeface="Calibri" panose="020F0502020204030204" pitchFamily="34" charset="0"/>
              <a:ea typeface="Times New Roman" panose="02020603050405020304" pitchFamily="18" charset="0"/>
              <a:cs typeface="Calibri" panose="020F0502020204030204" pitchFamily="34" charset="0"/>
            </a:endParaRPr>
          </a:p>
        </p:txBody>
      </p:sp>
    </p:spTree>
    <p:extLst>
      <p:ext uri="{BB962C8B-B14F-4D97-AF65-F5344CB8AC3E}">
        <p14:creationId xmlns:p14="http://schemas.microsoft.com/office/powerpoint/2010/main" xmlns="" val="42150257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170C2D7-81D8-4BA8-8D90-F0EA842C950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xmlns="" id="{0B8F9E25-F29C-4FEA-ACB4-6D6057146BE7}"/>
              </a:ext>
            </a:extLst>
          </p:cNvPr>
          <p:cNvSpPr>
            <a:spLocks noGrp="1"/>
          </p:cNvSpPr>
          <p:nvPr>
            <p:ph idx="1"/>
          </p:nvPr>
        </p:nvSpPr>
        <p:spPr/>
        <p:txBody>
          <a:bodyPr>
            <a:normAutofit lnSpcReduction="10000"/>
          </a:bodyPr>
          <a:lstStyle/>
          <a:p>
            <a:pPr>
              <a:buNone/>
            </a:pPr>
            <a:endParaRPr lang="en-US" sz="1700" b="1" dirty="0" smtClean="0">
              <a:latin typeface="Calibri" panose="020F0502020204030204" pitchFamily="34" charset="0"/>
              <a:ea typeface="Times New Roman" panose="02020603050405020304" pitchFamily="18" charset="0"/>
              <a:cs typeface="Calibri" panose="020F0502020204030204" pitchFamily="34" charset="0"/>
            </a:endParaRPr>
          </a:p>
          <a:p>
            <a:pPr>
              <a:buNone/>
            </a:pPr>
            <a:r>
              <a:rPr lang="en-US" sz="1700" b="1" dirty="0" smtClean="0">
                <a:latin typeface="Calibri" panose="020F0502020204030204" pitchFamily="34" charset="0"/>
                <a:ea typeface="Times New Roman" panose="02020603050405020304" pitchFamily="18" charset="0"/>
                <a:cs typeface="Calibri" panose="020F0502020204030204" pitchFamily="34" charset="0"/>
              </a:rPr>
              <a:t>Menu </a:t>
            </a:r>
            <a:r>
              <a:rPr lang="en-US" sz="1700" b="1" dirty="0" smtClean="0">
                <a:latin typeface="Calibri" panose="020F0502020204030204" pitchFamily="34" charset="0"/>
                <a:ea typeface="Times New Roman" panose="02020603050405020304" pitchFamily="18" charset="0"/>
                <a:cs typeface="Calibri" panose="020F0502020204030204" pitchFamily="34" charset="0"/>
              </a:rPr>
              <a:t>List </a:t>
            </a:r>
            <a:r>
              <a:rPr lang="en-US" sz="1700" b="1" dirty="0" smtClean="0">
                <a:latin typeface="Calibri" panose="020F0502020204030204" pitchFamily="34" charset="0"/>
                <a:ea typeface="Times New Roman" panose="02020603050405020304" pitchFamily="18" charset="0"/>
                <a:cs typeface="Calibri" panose="020F0502020204030204" pitchFamily="34" charset="0"/>
              </a:rPr>
              <a:t>Details</a:t>
            </a:r>
          </a:p>
          <a:p>
            <a:pPr>
              <a:buNone/>
            </a:pPr>
            <a:endParaRPr lang="en-IN" sz="1700" b="1" dirty="0" smtClean="0">
              <a:latin typeface="Calibri" panose="020F0502020204030204" pitchFamily="34" charset="0"/>
              <a:ea typeface="Times New Roman" panose="02020603050405020304" pitchFamily="18" charset="0"/>
              <a:cs typeface="Calibri" panose="020F0502020204030204" pitchFamily="34" charset="0"/>
            </a:endParaRPr>
          </a:p>
          <a:p>
            <a:r>
              <a:rPr lang="en-US" sz="1700" dirty="0" smtClean="0">
                <a:latin typeface="Calibri" panose="020F0502020204030204" pitchFamily="34" charset="0"/>
                <a:ea typeface="Times New Roman" panose="02020603050405020304" pitchFamily="18" charset="0"/>
                <a:cs typeface="Calibri" panose="020F0502020204030204" pitchFamily="34" charset="0"/>
              </a:rPr>
              <a:t>	This module will show all the details for the menu items, this is an main module user able to see this menu item list and make an order from the table,</a:t>
            </a:r>
            <a:endParaRPr lang="en-IN" sz="1700" dirty="0" smtClean="0">
              <a:latin typeface="Calibri" panose="020F0502020204030204" pitchFamily="34" charset="0"/>
              <a:ea typeface="Times New Roman" panose="02020603050405020304" pitchFamily="18" charset="0"/>
              <a:cs typeface="Calibri" panose="020F0502020204030204" pitchFamily="34" charset="0"/>
            </a:endParaRPr>
          </a:p>
          <a:p>
            <a:pPr>
              <a:buNone/>
            </a:pPr>
            <a:endParaRPr lang="en-US" sz="1700" b="1" dirty="0" smtClean="0">
              <a:latin typeface="Calibri" panose="020F0502020204030204" pitchFamily="34" charset="0"/>
              <a:ea typeface="Times New Roman" panose="02020603050405020304" pitchFamily="18" charset="0"/>
              <a:cs typeface="Calibri" panose="020F0502020204030204" pitchFamily="34" charset="0"/>
            </a:endParaRPr>
          </a:p>
          <a:p>
            <a:pPr>
              <a:buNone/>
            </a:pPr>
            <a:r>
              <a:rPr lang="en-US" sz="1700" b="1" dirty="0" smtClean="0">
                <a:latin typeface="Calibri" panose="020F0502020204030204" pitchFamily="34" charset="0"/>
                <a:ea typeface="Times New Roman" panose="02020603050405020304" pitchFamily="18" charset="0"/>
                <a:cs typeface="Calibri" panose="020F0502020204030204" pitchFamily="34" charset="0"/>
              </a:rPr>
              <a:t>Food order</a:t>
            </a:r>
          </a:p>
          <a:p>
            <a:pPr>
              <a:buNone/>
            </a:pPr>
            <a:endParaRPr lang="en-IN" sz="1700" b="1" dirty="0" smtClean="0">
              <a:latin typeface="Calibri" panose="020F0502020204030204" pitchFamily="34" charset="0"/>
              <a:ea typeface="Times New Roman" panose="02020603050405020304" pitchFamily="18" charset="0"/>
              <a:cs typeface="Calibri" panose="020F0502020204030204" pitchFamily="34" charset="0"/>
            </a:endParaRPr>
          </a:p>
          <a:p>
            <a:r>
              <a:rPr lang="en-US" sz="1700" dirty="0" smtClean="0">
                <a:latin typeface="Calibri" panose="020F0502020204030204" pitchFamily="34" charset="0"/>
                <a:ea typeface="Times New Roman" panose="02020603050405020304" pitchFamily="18" charset="0"/>
                <a:cs typeface="Calibri" panose="020F0502020204030204" pitchFamily="34" charset="0"/>
              </a:rPr>
              <a:t>	Once customer was given an order the order was send to the waiter, the waiter will be verifying and delivered that order.</a:t>
            </a:r>
            <a:endParaRPr lang="en-IN" sz="1700" dirty="0" smtClean="0">
              <a:latin typeface="Calibri" panose="020F0502020204030204" pitchFamily="34" charset="0"/>
              <a:ea typeface="Times New Roman" panose="02020603050405020304" pitchFamily="18" charset="0"/>
              <a:cs typeface="Calibri" panose="020F0502020204030204" pitchFamily="34" charset="0"/>
            </a:endParaRPr>
          </a:p>
        </p:txBody>
      </p:sp>
    </p:spTree>
    <p:extLst>
      <p:ext uri="{BB962C8B-B14F-4D97-AF65-F5344CB8AC3E}">
        <p14:creationId xmlns:p14="http://schemas.microsoft.com/office/powerpoint/2010/main" xmlns="" val="20241697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2342F69-923A-4F80-8469-FB9067E30D8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xmlns="" id="{68DDDC8A-04BB-42C9-B0EC-BF82D0492888}"/>
              </a:ext>
            </a:extLst>
          </p:cNvPr>
          <p:cNvSpPr>
            <a:spLocks noGrp="1"/>
          </p:cNvSpPr>
          <p:nvPr>
            <p:ph idx="1"/>
          </p:nvPr>
        </p:nvSpPr>
        <p:spPr/>
        <p:txBody>
          <a:bodyPr>
            <a:normAutofit fontScale="92500" lnSpcReduction="10000"/>
          </a:bodyPr>
          <a:lstStyle/>
          <a:p>
            <a:pPr>
              <a:buNone/>
            </a:pPr>
            <a:endParaRPr lang="en-US" sz="1700" dirty="0" smtClean="0">
              <a:latin typeface="Calibri" panose="020F0502020204030204" pitchFamily="34" charset="0"/>
              <a:ea typeface="Times New Roman" panose="02020603050405020304" pitchFamily="18" charset="0"/>
              <a:cs typeface="Calibri" panose="020F0502020204030204" pitchFamily="34" charset="0"/>
            </a:endParaRPr>
          </a:p>
          <a:p>
            <a:pPr>
              <a:buNone/>
            </a:pPr>
            <a:r>
              <a:rPr lang="en-US" sz="1700" b="1" dirty="0" smtClean="0">
                <a:latin typeface="Calibri" panose="020F0502020204030204" pitchFamily="34" charset="0"/>
                <a:ea typeface="Times New Roman" panose="02020603050405020304" pitchFamily="18" charset="0"/>
                <a:cs typeface="Calibri" panose="020F0502020204030204" pitchFamily="34" charset="0"/>
              </a:rPr>
              <a:t>Food </a:t>
            </a:r>
            <a:r>
              <a:rPr lang="en-US" sz="1700" b="1" dirty="0" smtClean="0">
                <a:latin typeface="Calibri" panose="020F0502020204030204" pitchFamily="34" charset="0"/>
                <a:ea typeface="Times New Roman" panose="02020603050405020304" pitchFamily="18" charset="0"/>
                <a:cs typeface="Calibri" panose="020F0502020204030204" pitchFamily="34" charset="0"/>
              </a:rPr>
              <a:t>order </a:t>
            </a:r>
            <a:r>
              <a:rPr lang="en-US" sz="1700" b="1" dirty="0" smtClean="0">
                <a:latin typeface="Calibri" panose="020F0502020204030204" pitchFamily="34" charset="0"/>
                <a:ea typeface="Times New Roman" panose="02020603050405020304" pitchFamily="18" charset="0"/>
                <a:cs typeface="Calibri" panose="020F0502020204030204" pitchFamily="34" charset="0"/>
              </a:rPr>
              <a:t>history</a:t>
            </a:r>
          </a:p>
          <a:p>
            <a:pPr>
              <a:buNone/>
            </a:pPr>
            <a:endParaRPr lang="en-IN" sz="1700" dirty="0" smtClean="0">
              <a:latin typeface="Calibri" panose="020F0502020204030204" pitchFamily="34" charset="0"/>
              <a:ea typeface="Times New Roman" panose="02020603050405020304" pitchFamily="18" charset="0"/>
              <a:cs typeface="Calibri" panose="020F0502020204030204" pitchFamily="34" charset="0"/>
            </a:endParaRPr>
          </a:p>
          <a:p>
            <a:r>
              <a:rPr lang="en-US" sz="1700" dirty="0" smtClean="0">
                <a:latin typeface="Calibri" panose="020F0502020204030204" pitchFamily="34" charset="0"/>
                <a:ea typeface="Times New Roman" panose="02020603050405020304" pitchFamily="18" charset="0"/>
                <a:cs typeface="Calibri" panose="020F0502020204030204" pitchFamily="34" charset="0"/>
              </a:rPr>
              <a:t>	Waiter can check the food order details, every table has unique screen to view the order history, once the order has done, they will provide. These screens will show only for waiters.</a:t>
            </a:r>
            <a:endParaRPr lang="en-IN" sz="1700" dirty="0" smtClean="0">
              <a:latin typeface="Calibri" panose="020F0502020204030204" pitchFamily="34" charset="0"/>
              <a:ea typeface="Times New Roman" panose="02020603050405020304" pitchFamily="18" charset="0"/>
              <a:cs typeface="Calibri" panose="020F0502020204030204" pitchFamily="34" charset="0"/>
            </a:endParaRPr>
          </a:p>
          <a:p>
            <a:pPr>
              <a:buNone/>
            </a:pPr>
            <a:endParaRPr lang="en-US" sz="1700" dirty="0" smtClean="0">
              <a:latin typeface="Calibri" panose="020F0502020204030204" pitchFamily="34" charset="0"/>
              <a:ea typeface="Times New Roman" panose="02020603050405020304" pitchFamily="18" charset="0"/>
              <a:cs typeface="Calibri" panose="020F0502020204030204" pitchFamily="34" charset="0"/>
            </a:endParaRPr>
          </a:p>
          <a:p>
            <a:pPr>
              <a:buNone/>
            </a:pPr>
            <a:r>
              <a:rPr lang="en-US" sz="1700" b="1" dirty="0" smtClean="0">
                <a:latin typeface="Calibri" panose="020F0502020204030204" pitchFamily="34" charset="0"/>
                <a:ea typeface="Times New Roman" panose="02020603050405020304" pitchFamily="18" charset="0"/>
                <a:cs typeface="Calibri" panose="020F0502020204030204" pitchFamily="34" charset="0"/>
              </a:rPr>
              <a:t>Billing Module</a:t>
            </a:r>
          </a:p>
          <a:p>
            <a:pPr>
              <a:buNone/>
            </a:pPr>
            <a:endParaRPr lang="en-IN" sz="1700" b="1" dirty="0" smtClean="0">
              <a:latin typeface="Calibri" panose="020F0502020204030204" pitchFamily="34" charset="0"/>
              <a:ea typeface="Times New Roman" panose="02020603050405020304" pitchFamily="18" charset="0"/>
              <a:cs typeface="Calibri" panose="020F0502020204030204" pitchFamily="34" charset="0"/>
            </a:endParaRPr>
          </a:p>
          <a:p>
            <a:r>
              <a:rPr lang="en-US" sz="1700" dirty="0" smtClean="0">
                <a:latin typeface="Calibri" panose="020F0502020204030204" pitchFamily="34" charset="0"/>
                <a:ea typeface="Times New Roman" panose="02020603050405020304" pitchFamily="18" charset="0"/>
                <a:cs typeface="Calibri" panose="020F0502020204030204" pitchFamily="34" charset="0"/>
              </a:rPr>
              <a:t>	This module only shown to the manager and customers, they can check the table wise billing details as well. These processes can be monitored by the manager and collect the bill to cashier.</a:t>
            </a:r>
            <a:endParaRPr lang="en-IN" sz="1700" dirty="0" smtClean="0">
              <a:latin typeface="Calibri" panose="020F0502020204030204" pitchFamily="34" charset="0"/>
              <a:ea typeface="Times New Roman" panose="02020603050405020304" pitchFamily="18" charset="0"/>
              <a:cs typeface="Calibri" panose="020F0502020204030204" pitchFamily="34" charset="0"/>
            </a:endParaRPr>
          </a:p>
          <a:p>
            <a:endParaRPr lang="en-US" dirty="0"/>
          </a:p>
        </p:txBody>
      </p:sp>
    </p:spTree>
    <p:extLst>
      <p:ext uri="{BB962C8B-B14F-4D97-AF65-F5344CB8AC3E}">
        <p14:creationId xmlns:p14="http://schemas.microsoft.com/office/powerpoint/2010/main" xmlns="" val="31218114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810D388-6C07-4546-918A-2B5A67408456}"/>
              </a:ext>
            </a:extLst>
          </p:cNvPr>
          <p:cNvSpPr>
            <a:spLocks noGrp="1"/>
          </p:cNvSpPr>
          <p:nvPr>
            <p:ph type="title"/>
          </p:nvPr>
        </p:nvSpPr>
        <p:spPr/>
        <p:txBody>
          <a:bodyPr/>
          <a:lstStyle/>
          <a:p>
            <a:r>
              <a:rPr lang="en-US" dirty="0"/>
              <a:t>Data Flow Diagram</a:t>
            </a:r>
          </a:p>
        </p:txBody>
      </p:sp>
      <p:sp>
        <p:nvSpPr>
          <p:cNvPr id="3" name="Content Placeholder 2">
            <a:extLst>
              <a:ext uri="{FF2B5EF4-FFF2-40B4-BE49-F238E27FC236}">
                <a16:creationId xmlns:a16="http://schemas.microsoft.com/office/drawing/2014/main" xmlns="" id="{4302C280-D2B7-46AA-9A87-E36DB7A0CB3D}"/>
              </a:ext>
            </a:extLst>
          </p:cNvPr>
          <p:cNvSpPr>
            <a:spLocks noGrp="1"/>
          </p:cNvSpPr>
          <p:nvPr>
            <p:ph idx="1"/>
          </p:nvPr>
        </p:nvSpPr>
        <p:spPr/>
        <p:txBody>
          <a:bodyPr/>
          <a:lstStyle/>
          <a:p>
            <a:r>
              <a:rPr lang="en-US" sz="3600" dirty="0">
                <a:solidFill>
                  <a:schemeClr val="tx2"/>
                </a:solidFill>
                <a:latin typeface="+mj-lt"/>
                <a:ea typeface="+mj-ea"/>
                <a:cs typeface="+mj-cs"/>
              </a:rPr>
              <a:t>Level </a:t>
            </a:r>
            <a:r>
              <a:rPr lang="en-US" sz="3600" dirty="0" smtClean="0">
                <a:solidFill>
                  <a:schemeClr val="tx2"/>
                </a:solidFill>
                <a:latin typeface="+mj-lt"/>
                <a:ea typeface="+mj-ea"/>
                <a:cs typeface="+mj-cs"/>
              </a:rPr>
              <a:t>0:</a:t>
            </a:r>
            <a:endParaRPr lang="en-US" sz="3600" dirty="0">
              <a:solidFill>
                <a:schemeClr val="tx2"/>
              </a:solidFill>
              <a:latin typeface="+mj-lt"/>
              <a:ea typeface="+mj-ea"/>
              <a:cs typeface="+mj-cs"/>
            </a:endParaRPr>
          </a:p>
          <a:p>
            <a:pPr marL="0" indent="0">
              <a:buNone/>
            </a:pPr>
            <a:endParaRPr lang="en-US" sz="3600" dirty="0">
              <a:solidFill>
                <a:schemeClr val="bg2"/>
              </a:solidFill>
              <a:latin typeface="+mj-lt"/>
              <a:ea typeface="+mj-ea"/>
              <a:cs typeface="+mj-cs"/>
            </a:endParaRPr>
          </a:p>
          <a:p>
            <a:pPr marL="0" indent="0">
              <a:buNone/>
            </a:pPr>
            <a:endParaRPr lang="en-US" dirty="0"/>
          </a:p>
        </p:txBody>
      </p:sp>
      <p:pic>
        <p:nvPicPr>
          <p:cNvPr id="7" name="Picture 6" descr="C:\Users\Madhan\Downloads\PPT\Image.png"/>
          <p:cNvPicPr/>
          <p:nvPr/>
        </p:nvPicPr>
        <p:blipFill>
          <a:blip r:embed="rId2"/>
          <a:srcRect/>
          <a:stretch>
            <a:fillRect/>
          </a:stretch>
        </p:blipFill>
        <p:spPr bwMode="auto">
          <a:xfrm>
            <a:off x="2989026" y="3901399"/>
            <a:ext cx="4916724" cy="1527851"/>
          </a:xfrm>
          <a:prstGeom prst="rect">
            <a:avLst/>
          </a:prstGeom>
          <a:noFill/>
          <a:ln w="9525">
            <a:noFill/>
            <a:miter lim="800000"/>
            <a:headEnd/>
            <a:tailEnd/>
          </a:ln>
        </p:spPr>
      </p:pic>
    </p:spTree>
    <p:extLst>
      <p:ext uri="{BB962C8B-B14F-4D97-AF65-F5344CB8AC3E}">
        <p14:creationId xmlns:p14="http://schemas.microsoft.com/office/powerpoint/2010/main" xmlns="" val="3590689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DC1EEFF-B3ED-40E0-9C29-20B24F396040}"/>
              </a:ext>
            </a:extLst>
          </p:cNvPr>
          <p:cNvSpPr>
            <a:spLocks noGrp="1"/>
          </p:cNvSpPr>
          <p:nvPr>
            <p:ph type="title"/>
          </p:nvPr>
        </p:nvSpPr>
        <p:spPr/>
        <p:txBody>
          <a:bodyPr/>
          <a:lstStyle/>
          <a:p>
            <a:pPr algn="l"/>
            <a:r>
              <a:rPr lang="en-US" dirty="0"/>
              <a:t>Level 1:</a:t>
            </a:r>
          </a:p>
        </p:txBody>
      </p:sp>
      <p:pic>
        <p:nvPicPr>
          <p:cNvPr id="5" name="Content Placeholder 4"/>
          <p:cNvPicPr>
            <a:picLocks noGrp="1"/>
          </p:cNvPicPr>
          <p:nvPr>
            <p:ph idx="1"/>
          </p:nvPr>
        </p:nvPicPr>
        <p:blipFill>
          <a:blip r:embed="rId2">
            <a:extLst>
              <a:ext uri="{28A0092B-C50C-407E-A947-70E740481C1C}">
                <a14:useLocalDpi xmlns="" xmlns:wpc="http://schemas.microsoft.com/office/word/2010/wordprocessingCanvas" xmlns:cx="http://schemas.microsoft.com/office/drawing/2014/chartex" xmlns:cx1="http://schemas.microsoft.com/office/drawing/2015/9/8/chartex" xmlns:cx2="http://schemas.microsoft.com/office/drawing/2015/10/21/chartex" xmlns:cx3="http://schemas.microsoft.com/office/drawing/2016/5/9/chartex" xmlns:cx4="http://schemas.microsoft.com/office/drawing/2016/5/10/chartex" xmlns:cx5="http://schemas.microsoft.com/office/drawing/2016/5/11/chartex" xmlns:cx6="http://schemas.microsoft.com/office/drawing/2016/5/12/chartex" xmlns:cx7="http://schemas.microsoft.com/office/drawing/2016/5/13/chartex" xmlns:cx8="http://schemas.microsoft.com/office/drawing/2016/5/14/chartex" xmlns:mc="http://schemas.openxmlformats.org/markup-compatibility/2006" xmlns:aink="http://schemas.microsoft.com/office/drawing/2016/ink" xmlns:am3d="http://schemas.microsoft.com/office/drawing/2017/model3d" xmlns:o="urn:schemas-microsoft-com:office:office" xmlns:m="http://schemas.openxmlformats.org/officeDocument/2006/math"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15="http://schemas.microsoft.com/office/word/2012/wordml" xmlns:w16cex="http://schemas.microsoft.com/office/word/2018/wordml/cex" xmlns:w16cid="http://schemas.microsoft.com/office/word/2016/wordml/cid" xmlns:w16="http://schemas.microsoft.com/office/word/2018/wordml" xmlns:w16se="http://schemas.microsoft.com/office/word/2015/wordml/symex" xmlns:wpg="http://schemas.microsoft.com/office/word/2010/wordprocessingGroup" xmlns:wpi="http://schemas.microsoft.com/office/word/2010/wordprocessingInk" xmlns:wne="http://schemas.microsoft.com/office/word/2006/wordml" xmlns:wps="http://schemas.microsoft.com/office/word/2010/wordprocessingShape" xmlns:a14="http://schemas.microsoft.com/office/drawing/2010/main" xmlns:pic="http://schemas.openxmlformats.org/drawingml/2006/picture" xmlns:lc="http://schemas.openxmlformats.org/drawingml/2006/lockedCanvas" val="0"/>
              </a:ext>
            </a:extLst>
          </a:blip>
          <a:srcRect/>
          <a:stretch>
            <a:fillRect/>
          </a:stretch>
        </p:blipFill>
        <p:spPr bwMode="auto">
          <a:xfrm>
            <a:off x="3133725" y="2562225"/>
            <a:ext cx="5543550" cy="3905250"/>
          </a:xfrm>
          <a:prstGeom prst="rect">
            <a:avLst/>
          </a:prstGeom>
          <a:noFill/>
          <a:ln>
            <a:noFill/>
          </a:ln>
        </p:spPr>
      </p:pic>
    </p:spTree>
    <p:extLst>
      <p:ext uri="{BB962C8B-B14F-4D97-AF65-F5344CB8AC3E}">
        <p14:creationId xmlns:p14="http://schemas.microsoft.com/office/powerpoint/2010/main" xmlns="" val="15354048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D27B6BD-6029-4719-B606-0057CD8A37CB}"/>
              </a:ext>
            </a:extLst>
          </p:cNvPr>
          <p:cNvSpPr>
            <a:spLocks noGrp="1"/>
          </p:cNvSpPr>
          <p:nvPr>
            <p:ph type="title"/>
          </p:nvPr>
        </p:nvSpPr>
        <p:spPr/>
        <p:txBody>
          <a:bodyPr/>
          <a:lstStyle/>
          <a:p>
            <a:r>
              <a:rPr lang="en-US" dirty="0"/>
              <a:t>Thank You</a:t>
            </a:r>
          </a:p>
        </p:txBody>
      </p:sp>
      <p:sp>
        <p:nvSpPr>
          <p:cNvPr id="3" name="Content Placeholder 2">
            <a:extLst>
              <a:ext uri="{FF2B5EF4-FFF2-40B4-BE49-F238E27FC236}">
                <a16:creationId xmlns:a16="http://schemas.microsoft.com/office/drawing/2014/main" xmlns="" id="{B7A32F1A-EEE9-4FAF-8505-D230D3A96A68}"/>
              </a:ext>
            </a:extLst>
          </p:cNvPr>
          <p:cNvSpPr>
            <a:spLocks noGrp="1"/>
          </p:cNvSpPr>
          <p:nvPr>
            <p:ph idx="1"/>
          </p:nvPr>
        </p:nvSpPr>
        <p:spPr/>
        <p:txBody>
          <a:bodyPr/>
          <a:lstStyle/>
          <a:p>
            <a:endParaRPr lang="en-US" dirty="0"/>
          </a:p>
        </p:txBody>
      </p:sp>
    </p:spTree>
    <p:extLst>
      <p:ext uri="{BB962C8B-B14F-4D97-AF65-F5344CB8AC3E}">
        <p14:creationId xmlns:p14="http://schemas.microsoft.com/office/powerpoint/2010/main" xmlns="" val="322466778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Opulent">
      <a:dk1>
        <a:sysClr val="windowText" lastClr="000000"/>
      </a:dk1>
      <a:lt1>
        <a:sysClr val="window" lastClr="FFFFFF"/>
      </a:lt1>
      <a:dk2>
        <a:srgbClr val="B13F9A"/>
      </a:dk2>
      <a:lt2>
        <a:srgbClr val="F4E7ED"/>
      </a:lt2>
      <a:accent1>
        <a:srgbClr val="B83D68"/>
      </a:accent1>
      <a:accent2>
        <a:srgbClr val="AC66BB"/>
      </a:accent2>
      <a:accent3>
        <a:srgbClr val="DE6C36"/>
      </a:accent3>
      <a:accent4>
        <a:srgbClr val="F9B639"/>
      </a:accent4>
      <a:accent5>
        <a:srgbClr val="CF6DA4"/>
      </a:accent5>
      <a:accent6>
        <a:srgbClr val="FA8D3D"/>
      </a:accent6>
      <a:hlink>
        <a:srgbClr val="FFDE66"/>
      </a:hlink>
      <a:folHlink>
        <a:srgbClr val="D490C5"/>
      </a:folHlink>
    </a:clrScheme>
    <a:fontScheme name="Ion Boardroom">
      <a:majorFont>
        <a:latin typeface="Century Gothic"/>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xmlns="" name="Ion Boardroom" id="{FC33163D-4339-46B1-8EED-24C834239D99}" vid="{B8502691-933B-45FE-8764-BA278511EF27}"/>
    </a:ext>
  </a:extLst>
</a:theme>
</file>

<file path=docProps/app.xml><?xml version="1.0" encoding="utf-8"?>
<Properties xmlns="http://schemas.openxmlformats.org/officeDocument/2006/extended-properties" xmlns:vt="http://schemas.openxmlformats.org/officeDocument/2006/docPropsVTypes">
  <Template>Ion Boardroom</Template>
  <TotalTime>34</TotalTime>
  <Words>283</Words>
  <Application>Microsoft Office PowerPoint</Application>
  <PresentationFormat>Custom</PresentationFormat>
  <Paragraphs>57</Paragraphs>
  <Slides>12</Slides>
  <Notes>0</Notes>
  <HiddenSlides>0</HiddenSlides>
  <MMClips>0</MMClips>
  <ScaleCrop>false</ScaleCrop>
  <HeadingPairs>
    <vt:vector size="4" baseType="variant">
      <vt:variant>
        <vt:lpstr>Theme</vt:lpstr>
      </vt:variant>
      <vt:variant>
        <vt:i4>1</vt:i4>
      </vt:variant>
      <vt:variant>
        <vt:lpstr>Slide Titles</vt:lpstr>
      </vt:variant>
      <vt:variant>
        <vt:i4>12</vt:i4>
      </vt:variant>
    </vt:vector>
  </HeadingPairs>
  <TitlesOfParts>
    <vt:vector size="13" baseType="lpstr">
      <vt:lpstr>Ion Boardroom</vt:lpstr>
      <vt:lpstr>FOOD ORDERING SYSTEM</vt:lpstr>
      <vt:lpstr>ABSTRACT</vt:lpstr>
      <vt:lpstr> HARDWARE SPECFICATION</vt:lpstr>
      <vt:lpstr> SOFTWARE SPECIFICATION </vt:lpstr>
      <vt:lpstr>EXISTING SYSTEM</vt:lpstr>
      <vt:lpstr>PROPOSED SYSTEM</vt:lpstr>
      <vt:lpstr>Modules</vt:lpstr>
      <vt:lpstr>Slide 8</vt:lpstr>
      <vt:lpstr>Slide 9</vt:lpstr>
      <vt:lpstr>Data Flow Diagram</vt:lpstr>
      <vt:lpstr>Level 1:</vt:lpstr>
      <vt:lpstr>Thank You</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COLLEGE VOTING SYSTEM</dc:title>
  <dc:creator>Gokul Balasubramaniyam</dc:creator>
  <cp:lastModifiedBy>Madhan</cp:lastModifiedBy>
  <cp:revision>18</cp:revision>
  <dcterms:created xsi:type="dcterms:W3CDTF">2021-01-26T14:06:30Z</dcterms:created>
  <dcterms:modified xsi:type="dcterms:W3CDTF">2021-01-26T16:50:51Z</dcterms:modified>
</cp:coreProperties>
</file>