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7" r:id="rId10"/>
    <p:sldId id="268" r:id="rId11"/>
    <p:sldId id="264" r:id="rId12"/>
    <p:sldId id="265"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183917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2679754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3957486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771466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pPr/>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2585284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pPr/>
              <a:t>1/26/2021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267604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pPr/>
              <a:t>1/26/2021</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3219734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2033360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1913317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1452681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3258807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474461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10184003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6E12D2-DA3A-480B-BCDF-BFB6C7EBE402}" type="datetimeFigureOut">
              <a:rPr lang="en-US" smtClean="0"/>
              <a:pPr/>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3320241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6E12D2-DA3A-480B-BCDF-BFB6C7EBE402}" type="datetimeFigureOut">
              <a:rPr lang="en-US" smtClean="0"/>
              <a:pPr/>
              <a:t>1/26/2021</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12928787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36778488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val="3012189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C6E12D2-DA3A-480B-BCDF-BFB6C7EBE402}" type="datetimeFigureOut">
              <a:rPr lang="en-US" smtClean="0"/>
              <a:pPr/>
              <a:t>1/26/2021</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1BBC3DF-4D3E-4D62-AC24-223E50BCC8DF}" type="slidenum">
              <a:rPr lang="en-US" smtClean="0"/>
              <a:pPr/>
              <a:t>‹#›</a:t>
            </a:fld>
            <a:endParaRPr lang="en-US"/>
          </a:p>
        </p:txBody>
      </p:sp>
    </p:spTree>
    <p:extLst>
      <p:ext uri="{BB962C8B-B14F-4D97-AF65-F5344CB8AC3E}">
        <p14:creationId xmlns:p14="http://schemas.microsoft.com/office/powerpoint/2010/main" val="409281927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6815669" cy="1515533"/>
          </a:xfrm>
        </p:spPr>
        <p:txBody>
          <a:bodyPr/>
          <a:lstStyle/>
          <a:p>
            <a:r>
              <a:rPr lang="en-US" dirty="0"/>
              <a:t>FURNITURE SHOP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a:xfrm>
            <a:off x="1116854" y="2603500"/>
            <a:ext cx="8825659" cy="3416300"/>
          </a:xfrm>
        </p:spPr>
        <p:txBody>
          <a:bodyPr>
            <a:normAutofit fontScale="92500" lnSpcReduction="10000"/>
          </a:bodyPr>
          <a:lstStyle/>
          <a:p>
            <a:pPr fontAlgn="base"/>
            <a:r>
              <a:rPr lang="en-US" sz="1500" dirty="0">
                <a:latin typeface="Calibri" panose="020F0502020204030204" pitchFamily="34" charset="0"/>
                <a:ea typeface="Times New Roman" panose="02020603050405020304" pitchFamily="18" charset="0"/>
                <a:cs typeface="Calibri" panose="020F0502020204030204" pitchFamily="34" charset="0"/>
              </a:rPr>
              <a:t>In this title "Furniture Shop Management System" which is a shop management system to manage furniture shop business and it is implemented with inventory management. There are 5 main modules in this system, which are user profile management, purchase management, sales management stock management  and Billing management. </a:t>
            </a:r>
          </a:p>
          <a:p>
            <a:pPr fontAlgn="base"/>
            <a:r>
              <a:rPr lang="en-US" sz="1500" dirty="0">
                <a:latin typeface="Calibri" panose="020F0502020204030204" pitchFamily="34" charset="0"/>
                <a:ea typeface="Times New Roman" panose="02020603050405020304" pitchFamily="18" charset="0"/>
                <a:cs typeface="Calibri" panose="020F0502020204030204" pitchFamily="34" charset="0"/>
              </a:rPr>
              <a:t>The problem statements of this thesis are the current management system does not have well inventory management. There does not have the facilities to handle the receipts and issues of stock. </a:t>
            </a:r>
          </a:p>
          <a:p>
            <a:pPr fontAlgn="base"/>
            <a:r>
              <a:rPr lang="en-US" sz="1500" dirty="0">
                <a:latin typeface="Calibri" panose="020F0502020204030204" pitchFamily="34" charset="0"/>
                <a:ea typeface="Times New Roman" panose="02020603050405020304" pitchFamily="18" charset="0"/>
                <a:cs typeface="Calibri" panose="020F0502020204030204" pitchFamily="34" charset="0"/>
              </a:rPr>
              <a:t>The second problem is this current management system is manually system which records the information of staff and supplier, stock record, and sales report in paperwork. There are two (2) objectives of this thesis, which are to develop a systematic inventory management of Furniture Shop Management System (FSMS) and to provide a good storage stock and retrieve data information in this furniture shop management system. </a:t>
            </a:r>
          </a:p>
          <a:p>
            <a:pPr fontAlgn="base"/>
            <a:r>
              <a:rPr lang="en-US" sz="1500" dirty="0">
                <a:latin typeface="Calibri" panose="020F0502020204030204" pitchFamily="34" charset="0"/>
                <a:ea typeface="Times New Roman" panose="02020603050405020304" pitchFamily="18" charset="0"/>
                <a:cs typeface="Calibri" panose="020F0502020204030204" pitchFamily="34" charset="0"/>
              </a:rPr>
              <a:t>This thesis is discussed on how this furniture shop management system to be implemented, the tools and programming languages used, and the resources needed in developing this system. Prototyping is used to develop this project. The strength of Furniture Shop Management System is implemented with the well inventory management to manipulate the inventory of the shop.</a:t>
            </a:r>
            <a:endParaRPr lang="en-IN" sz="1500" dirty="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latin typeface="Times New Roman" panose="02020603050405020304" pitchFamily="18" charset="0"/>
                <a:ea typeface="Calibri" panose="020F0502020204030204" pitchFamily="34"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buNone/>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fontScale="92500" lnSpcReduction="20000"/>
          </a:bodyPr>
          <a:lstStyle/>
          <a:p>
            <a:pPr marL="0" indent="0">
              <a:buNone/>
            </a:pPr>
            <a:endParaRPr lang="en-US" dirty="0">
              <a:latin typeface="Calibri" panose="020F0502020204030204" pitchFamily="34" charset="0"/>
              <a:ea typeface="Times New Roman" panose="02020603050405020304" pitchFamily="18" charset="0"/>
            </a:endParaRPr>
          </a:p>
          <a:p>
            <a:pPr marL="0" indent="0">
              <a:buNone/>
            </a:pPr>
            <a:r>
              <a:rPr lang="en-US" dirty="0">
                <a:latin typeface="Calibri" panose="020F0502020204030204" pitchFamily="34" charset="0"/>
                <a:ea typeface="Times New Roman" panose="02020603050405020304" pitchFamily="18" charset="0"/>
              </a:rPr>
              <a:t>This existing system is fully handled by man power, which takes lot of paper based. So, it’s a waste of money for the furniture shop manager. Purchased and stocked details are very risk to handle by the shop manager. It takes too much time for calculating the amount.</a:t>
            </a:r>
          </a:p>
          <a:p>
            <a:pPr marL="0" indent="0">
              <a:buNone/>
            </a:pPr>
            <a:endParaRPr lang="en-IN" dirty="0">
              <a:latin typeface="Calibri" panose="020F0502020204030204" pitchFamily="34" charset="0"/>
              <a:ea typeface="Times New Roman" panose="02020603050405020304" pitchFamily="18" charset="0"/>
            </a:endParaRPr>
          </a:p>
          <a:p>
            <a:pPr marL="0" indent="0">
              <a:buNone/>
            </a:pPr>
            <a:r>
              <a:rPr lang="en-US" b="1" dirty="0">
                <a:latin typeface="Calibri" panose="020F0502020204030204" pitchFamily="34" charset="0"/>
                <a:ea typeface="Times New Roman" panose="02020603050405020304" pitchFamily="18" charset="0"/>
              </a:rPr>
              <a:t>DRAWBACKS:</a:t>
            </a:r>
          </a:p>
          <a:p>
            <a:pPr marL="0" indent="0">
              <a:buNone/>
            </a:pPr>
            <a:endParaRPr lang="en-IN" b="1" dirty="0">
              <a:latin typeface="Calibri" panose="020F0502020204030204" pitchFamily="34" charset="0"/>
              <a:ea typeface="Times New Roman" panose="02020603050405020304" pitchFamily="18" charset="0"/>
            </a:endParaRPr>
          </a:p>
          <a:p>
            <a:pPr marL="0" indent="0">
              <a:buFont typeface="Arial" pitchFamily="34" charset="0"/>
              <a:buChar char="•"/>
            </a:pPr>
            <a:r>
              <a:rPr lang="en-US" dirty="0">
                <a:latin typeface="Calibri" panose="020F0502020204030204" pitchFamily="34" charset="0"/>
                <a:ea typeface="Times New Roman" panose="02020603050405020304" pitchFamily="18" charset="0"/>
              </a:rPr>
              <a:t> The existing system has the following drawbacks.</a:t>
            </a:r>
            <a:endParaRPr lang="en-IN" dirty="0">
              <a:latin typeface="Calibri" panose="020F0502020204030204" pitchFamily="34" charset="0"/>
              <a:ea typeface="Times New Roman" panose="02020603050405020304" pitchFamily="18" charset="0"/>
            </a:endParaRPr>
          </a:p>
          <a:p>
            <a:pPr marL="0" indent="0">
              <a:buFont typeface="Arial" pitchFamily="34" charset="0"/>
              <a:buChar char="•"/>
            </a:pPr>
            <a:r>
              <a:rPr lang="en-IN" dirty="0">
                <a:latin typeface="Calibri" panose="020F0502020204030204" pitchFamily="34" charset="0"/>
                <a:ea typeface="Times New Roman" panose="02020603050405020304" pitchFamily="18" charset="0"/>
              </a:rPr>
              <a:t> Does not keep track of purchase.</a:t>
            </a:r>
          </a:p>
          <a:p>
            <a:pPr marL="0" indent="0">
              <a:buFont typeface="Arial" pitchFamily="34" charset="0"/>
              <a:buChar char="•"/>
            </a:pPr>
            <a:r>
              <a:rPr lang="en-IN" dirty="0">
                <a:latin typeface="Calibri" panose="020F0502020204030204" pitchFamily="34" charset="0"/>
                <a:ea typeface="Times New Roman" panose="02020603050405020304" pitchFamily="18" charset="0"/>
              </a:rPr>
              <a:t> Does not keep track of stock.</a:t>
            </a:r>
          </a:p>
          <a:p>
            <a:pPr marL="0" indent="0">
              <a:buFont typeface="Arial" pitchFamily="34" charset="0"/>
              <a:buChar char="•"/>
            </a:pPr>
            <a:r>
              <a:rPr lang="en-IN" dirty="0">
                <a:latin typeface="Calibri" panose="020F0502020204030204" pitchFamily="34" charset="0"/>
                <a:ea typeface="Times New Roman" panose="02020603050405020304" pitchFamily="18" charset="0"/>
              </a:rPr>
              <a:t> Very risk to calculate billing details manually.</a:t>
            </a:r>
          </a:p>
          <a:p>
            <a:pPr marL="0" indent="0">
              <a:buNone/>
            </a:pPr>
            <a:endParaRPr lang="en-US" dirty="0"/>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lnSpcReduction="10000"/>
          </a:bodyPr>
          <a:lstStyle/>
          <a:p>
            <a:endParaRPr lang="en-US" sz="1700" dirty="0">
              <a:latin typeface="Calibri" panose="020F0502020204030204" pitchFamily="34" charset="0"/>
              <a:ea typeface="Times New Roman" panose="02020603050405020304" pitchFamily="18" charset="0"/>
            </a:endParaRPr>
          </a:p>
          <a:p>
            <a:r>
              <a:rPr lang="en-US" sz="1700" dirty="0">
                <a:latin typeface="Calibri" panose="020F0502020204030204" pitchFamily="34" charset="0"/>
                <a:ea typeface="Times New Roman" panose="02020603050405020304" pitchFamily="18" charset="0"/>
              </a:rPr>
              <a:t>The proposed system of ‘Furniture management system’ is that reduce these kinds of issues, which may help to develop the furniture shop. Every product should be register when purchasing the product same as every product should be mentioned before sales the product</a:t>
            </a:r>
            <a:endParaRPr lang="en-IN" sz="1700" dirty="0">
              <a:latin typeface="Calibri" panose="020F0502020204030204" pitchFamily="34" charset="0"/>
              <a:ea typeface="Times New Roman" panose="02020603050405020304" pitchFamily="18" charset="0"/>
            </a:endParaRPr>
          </a:p>
          <a:p>
            <a:pPr>
              <a:buNone/>
            </a:pPr>
            <a:endParaRPr lang="en-US" sz="1700" dirty="0">
              <a:latin typeface="Calibri" panose="020F0502020204030204" pitchFamily="34" charset="0"/>
              <a:ea typeface="Times New Roman" panose="02020603050405020304" pitchFamily="18" charset="0"/>
            </a:endParaRPr>
          </a:p>
          <a:p>
            <a:pPr>
              <a:buNone/>
            </a:pPr>
            <a:r>
              <a:rPr lang="en-US" sz="1700" b="1" dirty="0">
                <a:latin typeface="Calibri" panose="020F0502020204030204" pitchFamily="34" charset="0"/>
                <a:ea typeface="Times New Roman" panose="02020603050405020304" pitchFamily="18" charset="0"/>
              </a:rPr>
              <a:t>FEATURES:</a:t>
            </a:r>
          </a:p>
          <a:p>
            <a:pPr>
              <a:buNone/>
            </a:pPr>
            <a:endParaRPr lang="en-IN" sz="1700" dirty="0">
              <a:latin typeface="Calibri" panose="020F0502020204030204" pitchFamily="34" charset="0"/>
              <a:ea typeface="Times New Roman" panose="02020603050405020304" pitchFamily="18" charset="0"/>
            </a:endParaRPr>
          </a:p>
          <a:p>
            <a:pPr lvl="0"/>
            <a:r>
              <a:rPr lang="en-IN" sz="1700" dirty="0">
                <a:latin typeface="Calibri" panose="020F0502020204030204" pitchFamily="34" charset="0"/>
                <a:ea typeface="Times New Roman" panose="02020603050405020304" pitchFamily="18" charset="0"/>
              </a:rPr>
              <a:t>Helps furniture shops to automate furniture selling.</a:t>
            </a:r>
          </a:p>
          <a:p>
            <a:pPr lvl="0"/>
            <a:r>
              <a:rPr lang="en-IN" sz="1700" dirty="0">
                <a:latin typeface="Calibri" panose="020F0502020204030204" pitchFamily="34" charset="0"/>
                <a:ea typeface="Times New Roman" panose="02020603050405020304" pitchFamily="18" charset="0"/>
              </a:rPr>
              <a:t>Purchase and sales report details.</a:t>
            </a:r>
          </a:p>
          <a:p>
            <a:pPr lvl="0"/>
            <a:r>
              <a:rPr lang="en-IN" sz="1700" dirty="0">
                <a:latin typeface="Calibri" panose="020F0502020204030204" pitchFamily="34" charset="0"/>
                <a:ea typeface="Times New Roman" panose="02020603050405020304" pitchFamily="18" charset="0"/>
              </a:rPr>
              <a:t>Provide billing details systematically</a:t>
            </a:r>
          </a:p>
          <a:p>
            <a:pPr marL="0" indent="0">
              <a:buNone/>
            </a:pPr>
            <a:endParaRPr lang="en-US" b="1" dirty="0"/>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a:bodyPr>
          <a:lstStyle/>
          <a:p>
            <a:pPr lvl="0">
              <a:buFont typeface="Wingdings" pitchFamily="2" charset="2"/>
              <a:buChar char="v"/>
            </a:pPr>
            <a:r>
              <a:rPr lang="en-US" sz="1700" dirty="0">
                <a:latin typeface="Calibri" panose="020F0502020204030204" pitchFamily="34" charset="0"/>
                <a:ea typeface="Times New Roman" panose="02020603050405020304" pitchFamily="18" charset="0"/>
              </a:rPr>
              <a:t>Furniture Registration</a:t>
            </a:r>
            <a:endParaRPr lang="en-IN" sz="1700" dirty="0">
              <a:latin typeface="Calibri" panose="020F0502020204030204" pitchFamily="34" charset="0"/>
              <a:ea typeface="Times New Roman" panose="02020603050405020304" pitchFamily="18" charset="0"/>
            </a:endParaRPr>
          </a:p>
          <a:p>
            <a:pPr lvl="0">
              <a:buFont typeface="Wingdings" pitchFamily="2" charset="2"/>
              <a:buChar char="v"/>
            </a:pPr>
            <a:r>
              <a:rPr lang="en-US" sz="1700" dirty="0">
                <a:latin typeface="Calibri" panose="020F0502020204030204" pitchFamily="34" charset="0"/>
                <a:ea typeface="Times New Roman" panose="02020603050405020304" pitchFamily="18" charset="0"/>
              </a:rPr>
              <a:t>Employee Registration</a:t>
            </a:r>
            <a:endParaRPr lang="en-IN" sz="1700" dirty="0">
              <a:latin typeface="Calibri" panose="020F0502020204030204" pitchFamily="34" charset="0"/>
              <a:ea typeface="Times New Roman" panose="02020603050405020304" pitchFamily="18" charset="0"/>
            </a:endParaRPr>
          </a:p>
          <a:p>
            <a:pPr lvl="0">
              <a:buFont typeface="Wingdings" pitchFamily="2" charset="2"/>
              <a:buChar char="v"/>
            </a:pPr>
            <a:r>
              <a:rPr lang="en-US" sz="1700" dirty="0">
                <a:latin typeface="Calibri" panose="020F0502020204030204" pitchFamily="34" charset="0"/>
                <a:ea typeface="Times New Roman" panose="02020603050405020304" pitchFamily="18" charset="0"/>
              </a:rPr>
              <a:t>Customer Registration</a:t>
            </a:r>
            <a:endParaRPr lang="en-IN" sz="1700" dirty="0">
              <a:latin typeface="Calibri" panose="020F0502020204030204" pitchFamily="34" charset="0"/>
              <a:ea typeface="Times New Roman" panose="02020603050405020304" pitchFamily="18" charset="0"/>
            </a:endParaRPr>
          </a:p>
          <a:p>
            <a:pPr lvl="0">
              <a:buFont typeface="Wingdings" pitchFamily="2" charset="2"/>
              <a:buChar char="v"/>
            </a:pPr>
            <a:r>
              <a:rPr lang="en-US" sz="1700" dirty="0">
                <a:latin typeface="Calibri" panose="020F0502020204030204" pitchFamily="34" charset="0"/>
                <a:ea typeface="Times New Roman" panose="02020603050405020304" pitchFamily="18" charset="0"/>
              </a:rPr>
              <a:t>Purchase Management </a:t>
            </a:r>
            <a:endParaRPr lang="en-IN" sz="1700" dirty="0">
              <a:latin typeface="Calibri" panose="020F0502020204030204" pitchFamily="34" charset="0"/>
              <a:ea typeface="Times New Roman" panose="02020603050405020304" pitchFamily="18" charset="0"/>
            </a:endParaRPr>
          </a:p>
          <a:p>
            <a:pPr lvl="0">
              <a:buFont typeface="Wingdings" pitchFamily="2" charset="2"/>
              <a:buChar char="v"/>
            </a:pPr>
            <a:r>
              <a:rPr lang="en-US" sz="1700" dirty="0">
                <a:latin typeface="Calibri" panose="020F0502020204030204" pitchFamily="34" charset="0"/>
                <a:ea typeface="Times New Roman" panose="02020603050405020304" pitchFamily="18" charset="0"/>
              </a:rPr>
              <a:t>Sales Management</a:t>
            </a:r>
            <a:endParaRPr lang="en-IN" sz="1700" dirty="0">
              <a:latin typeface="Calibri" panose="020F0502020204030204" pitchFamily="34" charset="0"/>
              <a:ea typeface="Times New Roman" panose="02020603050405020304" pitchFamily="18" charset="0"/>
            </a:endParaRPr>
          </a:p>
          <a:p>
            <a:pPr lvl="0">
              <a:buFont typeface="Wingdings" pitchFamily="2" charset="2"/>
              <a:buChar char="v"/>
            </a:pPr>
            <a:r>
              <a:rPr lang="en-US" sz="1700" dirty="0">
                <a:latin typeface="Calibri" panose="020F0502020204030204" pitchFamily="34" charset="0"/>
                <a:ea typeface="Times New Roman" panose="02020603050405020304" pitchFamily="18" charset="0"/>
              </a:rPr>
              <a:t>Billing Management</a:t>
            </a:r>
            <a:endParaRPr lang="en-IN" sz="1700" dirty="0">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lnSpcReduction="10000"/>
          </a:bodyPr>
          <a:lstStyle/>
          <a:p>
            <a:pPr lvl="0">
              <a:buNone/>
            </a:pPr>
            <a:endParaRPr lang="en-US" sz="1700" b="1" dirty="0">
              <a:latin typeface="Calibri" panose="020F0502020204030204" pitchFamily="34" charset="0"/>
              <a:ea typeface="Times New Roman" panose="02020603050405020304" pitchFamily="18" charset="0"/>
            </a:endParaRPr>
          </a:p>
          <a:p>
            <a:pPr lvl="0">
              <a:buNone/>
            </a:pPr>
            <a:r>
              <a:rPr lang="en-US" sz="1700" b="1" dirty="0">
                <a:latin typeface="Calibri" panose="020F0502020204030204" pitchFamily="34" charset="0"/>
                <a:ea typeface="Times New Roman" panose="02020603050405020304" pitchFamily="18" charset="0"/>
              </a:rPr>
              <a:t>Furniture Registration</a:t>
            </a:r>
          </a:p>
          <a:p>
            <a:pPr lvl="0">
              <a:buNone/>
            </a:pPr>
            <a:endParaRPr lang="en-IN" sz="1700" b="1" dirty="0">
              <a:latin typeface="Calibri" panose="020F0502020204030204" pitchFamily="34" charset="0"/>
              <a:ea typeface="Times New Roman" panose="02020603050405020304" pitchFamily="18" charset="0"/>
            </a:endParaRPr>
          </a:p>
          <a:p>
            <a:r>
              <a:rPr lang="en-US" sz="1700" dirty="0">
                <a:latin typeface="Calibri" panose="020F0502020204030204" pitchFamily="34" charset="0"/>
                <a:ea typeface="Times New Roman" panose="02020603050405020304" pitchFamily="18" charset="0"/>
              </a:rPr>
              <a:t>Shop owner has registered the furniture details in this module. In this module will used to search and find the furniture module.</a:t>
            </a:r>
          </a:p>
          <a:p>
            <a:endParaRPr lang="en-IN" sz="1700" dirty="0">
              <a:latin typeface="Calibri" panose="020F0502020204030204" pitchFamily="34" charset="0"/>
              <a:ea typeface="Times New Roman" panose="02020603050405020304" pitchFamily="18" charset="0"/>
            </a:endParaRPr>
          </a:p>
          <a:p>
            <a:pPr lvl="0">
              <a:buNone/>
            </a:pPr>
            <a:r>
              <a:rPr lang="en-US" sz="1700" b="1" dirty="0">
                <a:latin typeface="Calibri" panose="020F0502020204030204" pitchFamily="34" charset="0"/>
                <a:ea typeface="Times New Roman" panose="02020603050405020304" pitchFamily="18" charset="0"/>
              </a:rPr>
              <a:t>Employee Registration</a:t>
            </a:r>
          </a:p>
          <a:p>
            <a:pPr lvl="0">
              <a:buNone/>
            </a:pPr>
            <a:endParaRPr lang="en-IN" sz="1700" b="1" dirty="0">
              <a:latin typeface="Calibri" panose="020F0502020204030204" pitchFamily="34" charset="0"/>
              <a:ea typeface="Times New Roman" panose="02020603050405020304" pitchFamily="18" charset="0"/>
            </a:endParaRPr>
          </a:p>
          <a:p>
            <a:r>
              <a:rPr lang="en-US" sz="1700" dirty="0">
                <a:latin typeface="Calibri" panose="020F0502020204030204" pitchFamily="34" charset="0"/>
                <a:ea typeface="Times New Roman" panose="02020603050405020304" pitchFamily="18" charset="0"/>
              </a:rPr>
              <a:t>Employees are registered by admin, every employees have unique username and password, once employees have got access to login then they can provide entry to purchase and sales.</a:t>
            </a:r>
            <a:endParaRPr lang="en-IN" sz="1700" dirty="0">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42F69-923A-4F80-8469-FB9067E30D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DDDC8A-04BB-42C9-B0EC-BF82D0492888}"/>
              </a:ext>
            </a:extLst>
          </p:cNvPr>
          <p:cNvSpPr>
            <a:spLocks noGrp="1"/>
          </p:cNvSpPr>
          <p:nvPr>
            <p:ph idx="1"/>
          </p:nvPr>
        </p:nvSpPr>
        <p:spPr/>
        <p:txBody>
          <a:bodyPr>
            <a:normAutofit lnSpcReduction="10000"/>
          </a:bodyPr>
          <a:lstStyle/>
          <a:p>
            <a:pPr lvl="0">
              <a:buNone/>
            </a:pPr>
            <a:endParaRPr lang="en-US" sz="1700" dirty="0">
              <a:latin typeface="Calibri" panose="020F0502020204030204" pitchFamily="34" charset="0"/>
              <a:ea typeface="Times New Roman" panose="02020603050405020304" pitchFamily="18" charset="0"/>
            </a:endParaRPr>
          </a:p>
          <a:p>
            <a:pPr lvl="0">
              <a:buNone/>
            </a:pPr>
            <a:r>
              <a:rPr lang="en-US" sz="1700" b="1" dirty="0">
                <a:latin typeface="Calibri" panose="020F0502020204030204" pitchFamily="34" charset="0"/>
                <a:ea typeface="Times New Roman" panose="02020603050405020304" pitchFamily="18" charset="0"/>
              </a:rPr>
              <a:t>Customer Registration</a:t>
            </a:r>
          </a:p>
          <a:p>
            <a:pPr lvl="0">
              <a:buNone/>
            </a:pPr>
            <a:endParaRPr lang="en-IN" sz="1700" b="1" dirty="0">
              <a:latin typeface="Calibri" panose="020F0502020204030204" pitchFamily="34" charset="0"/>
              <a:ea typeface="Times New Roman" panose="02020603050405020304" pitchFamily="18" charset="0"/>
            </a:endParaRPr>
          </a:p>
          <a:p>
            <a:r>
              <a:rPr lang="en-US" sz="1700" dirty="0">
                <a:latin typeface="Calibri" panose="020F0502020204030204" pitchFamily="34" charset="0"/>
                <a:ea typeface="Times New Roman" panose="02020603050405020304" pitchFamily="18" charset="0"/>
              </a:rPr>
              <a:t>This module collects all the information about the customer, when customer billed first time, we just collect the information for the future purpose.</a:t>
            </a:r>
            <a:endParaRPr lang="en-IN" sz="1700" dirty="0">
              <a:latin typeface="Calibri" panose="020F0502020204030204" pitchFamily="34" charset="0"/>
              <a:ea typeface="Times New Roman" panose="02020603050405020304" pitchFamily="18" charset="0"/>
            </a:endParaRPr>
          </a:p>
          <a:p>
            <a:endParaRPr lang="en-IN" sz="1700" dirty="0">
              <a:latin typeface="Calibri" panose="020F0502020204030204" pitchFamily="34" charset="0"/>
              <a:ea typeface="Times New Roman" panose="02020603050405020304" pitchFamily="18" charset="0"/>
            </a:endParaRPr>
          </a:p>
          <a:p>
            <a:pPr lvl="0">
              <a:buNone/>
            </a:pPr>
            <a:r>
              <a:rPr lang="en-US" sz="1700" b="1" dirty="0">
                <a:latin typeface="Calibri" panose="020F0502020204030204" pitchFamily="34" charset="0"/>
                <a:ea typeface="Times New Roman" panose="02020603050405020304" pitchFamily="18" charset="0"/>
              </a:rPr>
              <a:t>Purchase Management:</a:t>
            </a:r>
          </a:p>
          <a:p>
            <a:pPr lvl="0"/>
            <a:endParaRPr lang="en-IN" sz="1700" b="1" dirty="0">
              <a:latin typeface="Calibri" panose="020F0502020204030204" pitchFamily="34" charset="0"/>
              <a:ea typeface="Times New Roman" panose="02020603050405020304" pitchFamily="18" charset="0"/>
            </a:endParaRPr>
          </a:p>
          <a:p>
            <a:r>
              <a:rPr lang="en-US" sz="1700" dirty="0">
                <a:latin typeface="Calibri" panose="020F0502020204030204" pitchFamily="34" charset="0"/>
                <a:ea typeface="Times New Roman" panose="02020603050405020304" pitchFamily="18" charset="0"/>
              </a:rPr>
              <a:t>	Every product has purchased and added in this module. Which could be added the purchased the items will be adding the purchase module</a:t>
            </a:r>
          </a:p>
        </p:txBody>
      </p:sp>
    </p:spTree>
    <p:extLst>
      <p:ext uri="{BB962C8B-B14F-4D97-AF65-F5344CB8AC3E}">
        <p14:creationId xmlns:p14="http://schemas.microsoft.com/office/powerpoint/2010/main" val="3121811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lvl="0">
              <a:buNone/>
            </a:pPr>
            <a:endParaRPr lang="en-US" sz="1700" dirty="0">
              <a:latin typeface="Calibri" panose="020F0502020204030204" pitchFamily="34" charset="0"/>
              <a:ea typeface="Times New Roman" panose="02020603050405020304" pitchFamily="18" charset="0"/>
            </a:endParaRPr>
          </a:p>
          <a:p>
            <a:pPr lvl="0">
              <a:buNone/>
            </a:pPr>
            <a:r>
              <a:rPr lang="en-US" sz="1700" b="1" dirty="0">
                <a:latin typeface="Calibri" panose="020F0502020204030204" pitchFamily="34" charset="0"/>
                <a:ea typeface="Times New Roman" panose="02020603050405020304" pitchFamily="18" charset="0"/>
              </a:rPr>
              <a:t>Sales Management</a:t>
            </a:r>
          </a:p>
          <a:p>
            <a:pPr lvl="0">
              <a:buNone/>
            </a:pPr>
            <a:endParaRPr lang="en-IN" sz="1700" b="1" dirty="0">
              <a:latin typeface="Calibri" panose="020F0502020204030204" pitchFamily="34" charset="0"/>
              <a:ea typeface="Times New Roman" panose="02020603050405020304" pitchFamily="18" charset="0"/>
            </a:endParaRPr>
          </a:p>
          <a:p>
            <a:r>
              <a:rPr lang="en-US" sz="1700" dirty="0">
                <a:latin typeface="Calibri" panose="020F0502020204030204" pitchFamily="34" charset="0"/>
                <a:ea typeface="Times New Roman" panose="02020603050405020304" pitchFamily="18" charset="0"/>
              </a:rPr>
              <a:t>This module has used to register the product details before selling. So we can identify the stock of product and billing details.</a:t>
            </a:r>
          </a:p>
          <a:p>
            <a:endParaRPr lang="en-IN" sz="1700" dirty="0">
              <a:latin typeface="Calibri" panose="020F0502020204030204" pitchFamily="34" charset="0"/>
              <a:ea typeface="Times New Roman" panose="02020603050405020304" pitchFamily="18" charset="0"/>
            </a:endParaRPr>
          </a:p>
          <a:p>
            <a:pPr lvl="0">
              <a:buNone/>
            </a:pPr>
            <a:r>
              <a:rPr lang="en-US" sz="1700" b="1" dirty="0">
                <a:latin typeface="Calibri" panose="020F0502020204030204" pitchFamily="34" charset="0"/>
                <a:ea typeface="Times New Roman" panose="02020603050405020304" pitchFamily="18" charset="0"/>
              </a:rPr>
              <a:t>Billing Management</a:t>
            </a:r>
          </a:p>
          <a:p>
            <a:pPr lvl="0">
              <a:buNone/>
            </a:pPr>
            <a:endParaRPr lang="en-IN" sz="1700" b="1" dirty="0">
              <a:latin typeface="Calibri" panose="020F0502020204030204" pitchFamily="34" charset="0"/>
              <a:ea typeface="Times New Roman" panose="02020603050405020304" pitchFamily="18" charset="0"/>
            </a:endParaRPr>
          </a:p>
          <a:p>
            <a:r>
              <a:rPr lang="en-US" sz="1700" dirty="0">
                <a:latin typeface="Calibri" panose="020F0502020204030204" pitchFamily="34" charset="0"/>
                <a:ea typeface="Times New Roman" panose="02020603050405020304" pitchFamily="18" charset="0"/>
              </a:rPr>
              <a:t>We can calculate billing details based on sales details. This module will generate billing details based on its sales.</a:t>
            </a:r>
            <a:endParaRPr lang="en-IN" sz="1700" dirty="0">
              <a:latin typeface="Calibri" panose="020F0502020204030204" pitchFamily="34"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sz="3600" dirty="0">
                <a:solidFill>
                  <a:schemeClr val="tx2"/>
                </a:solidFill>
                <a:latin typeface="+mj-lt"/>
                <a:ea typeface="+mj-ea"/>
                <a:cs typeface="+mj-cs"/>
              </a:rPr>
              <a:t>Level 0:</a:t>
            </a:r>
          </a:p>
          <a:p>
            <a:pPr marL="0" indent="0">
              <a:buNone/>
            </a:pPr>
            <a:endParaRPr lang="en-US" sz="3600" dirty="0">
              <a:solidFill>
                <a:schemeClr val="bg2"/>
              </a:solidFill>
              <a:latin typeface="+mj-lt"/>
              <a:ea typeface="+mj-ea"/>
              <a:cs typeface="+mj-cs"/>
            </a:endParaRPr>
          </a:p>
          <a:p>
            <a:pPr marL="0" indent="0">
              <a:buNone/>
            </a:pPr>
            <a:endParaRPr lang="en-US" dirty="0"/>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3258502" y="4130039"/>
            <a:ext cx="4037648" cy="1175385"/>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p:cNvSpPr>
            <a:spLocks noGrp="1"/>
          </p:cNvSpPr>
          <p:nvPr>
            <p:ph idx="1"/>
          </p:nvPr>
        </p:nvSpPr>
        <p:spPr/>
        <p:txBody>
          <a:bodyPr/>
          <a:lstStyle/>
          <a:p>
            <a:endParaRPr lang="en-IN" dirty="0"/>
          </a:p>
        </p:txBody>
      </p:sp>
      <p:pic>
        <p:nvPicPr>
          <p:cNvPr id="6" name="Picture 5">
            <a:extLst>
              <a:ext uri="{FF2B5EF4-FFF2-40B4-BE49-F238E27FC236}">
                <a16:creationId xmlns:a16="http://schemas.microsoft.com/office/drawing/2014/main" id="{793464E0-10E9-4DE1-9443-FEC24219341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989278" y="973668"/>
            <a:ext cx="5991335" cy="5840758"/>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36</TotalTime>
  <Words>642</Words>
  <Application>Microsoft Office PowerPoint</Application>
  <PresentationFormat>Widescreen</PresentationFormat>
  <Paragraphs>69</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Century Gothic</vt:lpstr>
      <vt:lpstr>Symbol</vt:lpstr>
      <vt:lpstr>Times New Roman</vt:lpstr>
      <vt:lpstr>Wingdings</vt:lpstr>
      <vt:lpstr>Wingdings 3</vt:lpstr>
      <vt:lpstr>Ion Boardroom</vt:lpstr>
      <vt:lpstr>FURNITURE SHOP MANAGEMENT SYSTEM</vt:lpstr>
      <vt:lpstr>ABSTRACT</vt:lpstr>
      <vt:lpstr> HARDWARE SPECFICATION</vt:lpstr>
      <vt:lpstr> SOFTWARE SPECIFICATION </vt:lpstr>
      <vt:lpstr>EXISTING SYSTEM</vt:lpstr>
      <vt:lpstr>PROPOSED SYSTEM</vt:lpstr>
      <vt:lpstr>Modules</vt:lpstr>
      <vt:lpstr>PowerPoint Presentation</vt:lpstr>
      <vt:lpstr>PowerPoint Presentation</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25</cp:revision>
  <dcterms:created xsi:type="dcterms:W3CDTF">2021-01-26T14:06:30Z</dcterms:created>
  <dcterms:modified xsi:type="dcterms:W3CDTF">2021-01-26T17:29:20Z</dcterms:modified>
</cp:coreProperties>
</file>