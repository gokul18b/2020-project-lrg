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F1BBC3DF-4D3E-4D62-AC24-223E50BCC8DF}"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5672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3530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0796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8477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395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3760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080516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6736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2336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4212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4036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1BBC3DF-4D3E-4D62-AC24-223E50BCC8DF}"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395424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CRIMINAL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77500" lnSpcReduction="20000"/>
          </a:bodyPr>
          <a:lstStyle/>
          <a:p>
            <a:pPr marL="0" marR="0" indent="457200">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Criminal management System is a system used to report crimes. This project is mainly useful for police Departments. This system will help to manage all the activities in a police Department using computers. Currently all the works are done manually, by computerizing all the activities inside a police Department can be managed easily and effectively. The police Departments in the country are, today, virtually unconnected islands. Thanks to telephones and wireless, and especially thanks to mobile telephones, there is voice connectivity between the police Department and senior police officers, but that is about all. There is no system of data storage, data sharing and accessing data. There is no system under which one police Department can talk to another directly.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457200">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There is no record of crimes or criminals that can be accessed by a Department House Officer, except the manual records relating to that police Department. The goals of the system are to facilitate collection, storage, retrieval, analysis, transfer and sharing of data and information at the police Department and between the police Department and the State Headquarters and the Central Police Organizations.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ORACLE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92500" lnSpcReduction="20000"/>
          </a:bodyPr>
          <a:lstStyle/>
          <a:p>
            <a:pPr marL="0" marR="0" indent="457200">
              <a:lnSpc>
                <a:spcPct val="150000"/>
              </a:lnSpc>
              <a:spcAft>
                <a:spcPts val="10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This system is very hard to find criminals which may cause some issues. It can’t be searching the criminal list if we want to search the particular criminal very difficult to tracking. Criminals details are stored as document wise so we can’t search the criminals.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Aft>
                <a:spcPts val="10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DRAWBACKS: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266700">
              <a:lnSpc>
                <a:spcPct val="150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existing system has the following drawbacks.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There is not possible to find one particular criminal detail.</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Lot of paper to be wasted</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It takes too much time to register the criminal details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indent="457200">
              <a:lnSpc>
                <a:spcPct val="150000"/>
              </a:lnSpc>
              <a:spcAft>
                <a:spcPts val="10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In this criminal finder system easily find the person has any case or not. Using an author id based we can find the criminal details which could be easy to find the criminal details. Any time anywhere we can see about the criminal detail, we no need to take the file anywhere.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Bef>
                <a:spcPts val="50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FEATURES: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Easy to find criminal</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Fully systematic process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No one will be escaped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Criminal Registration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Criminals data has register in this module which can maintain the criminals report. We can’t identify the criminal’s details before registration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Police Registration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module contains collect all the information about the police, this module collects username and password as well, based on this we can able to login to this application.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92500" lnSpcReduction="20000"/>
          </a:bodyPr>
          <a:lstStyle/>
          <a:p>
            <a:pPr marL="0" marR="0" lvl="0" indent="0">
              <a:lnSpc>
                <a:spcPct val="150000"/>
              </a:lnSpc>
              <a:spcBef>
                <a:spcPts val="0"/>
              </a:spcBef>
              <a:spcAft>
                <a:spcPts val="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Allocate case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Bef>
                <a:spcPts val="50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this will be allocate the criminal case which could be easily identify the case wise criminal reports.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Search Criminals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Bef>
                <a:spcPts val="50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Search criminal’s module will help to identify the criminal by its author number. This is a main module in this project. Which may be avoid unwanted issues.</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50000"/>
              </a:lnSpc>
              <a:spcBef>
                <a:spcPts val="500"/>
              </a:spcBef>
              <a:spcAft>
                <a:spcPts val="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Criminal History</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Bef>
                <a:spcPts val="500"/>
              </a:spcBef>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module will be showing an history of criminal’s record. Which is used to find the past criminal case.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8" name="Picture 7">
            <a:extLst>
              <a:ext uri="{FF2B5EF4-FFF2-40B4-BE49-F238E27FC236}">
                <a16:creationId xmlns:a16="http://schemas.microsoft.com/office/drawing/2014/main" id="{015DC3E3-2838-466D-9161-C67D824BC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461" y="3014662"/>
            <a:ext cx="4620039" cy="828675"/>
          </a:xfrm>
          <a:prstGeom prst="rect">
            <a:avLst/>
          </a:prstGeom>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pic>
        <p:nvPicPr>
          <p:cNvPr id="7" name="Content Placeholder 6">
            <a:extLst>
              <a:ext uri="{FF2B5EF4-FFF2-40B4-BE49-F238E27FC236}">
                <a16:creationId xmlns:a16="http://schemas.microsoft.com/office/drawing/2014/main" id="{EE9EBC18-75A7-45DB-A394-CE40A3E46E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9279" y="399359"/>
            <a:ext cx="5829607" cy="5259319"/>
          </a:xfrm>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33</TotalTime>
  <Words>580</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Gill Sans MT</vt:lpstr>
      <vt:lpstr>Symbol</vt:lpstr>
      <vt:lpstr>Times New Roman</vt:lpstr>
      <vt:lpstr>Wingdings</vt:lpstr>
      <vt:lpstr>Gallery</vt:lpstr>
      <vt:lpstr>CRIMINAL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6</cp:revision>
  <dcterms:created xsi:type="dcterms:W3CDTF">2021-01-26T14:06:30Z</dcterms:created>
  <dcterms:modified xsi:type="dcterms:W3CDTF">2021-01-26T15:40:09Z</dcterms:modified>
</cp:coreProperties>
</file>