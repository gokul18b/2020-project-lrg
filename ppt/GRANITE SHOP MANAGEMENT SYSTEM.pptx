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3917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7975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95748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77146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58528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760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1973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0333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91331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45268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58807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7446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01840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32024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292878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7784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1218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409281927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GRANITE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fontAlgn="base">
              <a:lnSpc>
                <a:spcPct val="150000"/>
              </a:lnSpc>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granite shop management system is a help of managing the shop, we no need to managing the shop manually, this system will take care for the all the process of the application from top to end. Hope it’s really helpful for the satisfying customer and company relationship. This system is actually act as an admin is a shop employees or owners they have enter into the login and using the features which explained below. When customer has purchase which system collect the all the information from the customer and add into the database, purchase module will handle the purchasing, sales module will handle the sales entries and billing module will be handle billing details of the shop.</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22860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	The main goal of this project is that reducing the man power and giving an accurate information to the customer, and managing the stock and billing details of the store. The project is aimed to develop by JAVA as Front end and SQL as Back end.</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85000" lnSpcReduction="10000"/>
          </a:bodyPr>
          <a:lstStyle/>
          <a:p>
            <a:pPr marL="0" marR="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An existing system of granite management system is a manually we can check the quantity of material count. It takes a too man power works to complete the task. We just count the stock report as a manually and which does not give an accurate result, it’s just getting irritation to the people who are doing this task. A material purchase and sales details can’t handle this system, but in this system.</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US" dirty="0"/>
              <a:t>Disadvantages</a:t>
            </a:r>
          </a:p>
          <a:p>
            <a:pPr marL="342900" marR="0" lvl="0" indent="-342900">
              <a:lnSpc>
                <a:spcPct val="150000"/>
              </a:lnSpc>
              <a:spcBef>
                <a:spcPts val="0"/>
              </a:spcBef>
              <a:spcAft>
                <a:spcPts val="800"/>
              </a:spcAft>
              <a:buFont typeface="Symbol" panose="05050102010706020507" pitchFamily="18" charset="2"/>
              <a:buChar char=""/>
            </a:pPr>
            <a:r>
              <a:rPr lang="en-US" dirty="0"/>
              <a:t>	</a:t>
            </a:r>
            <a:r>
              <a:rPr lang="en-US" sz="1800" dirty="0">
                <a:effectLst/>
                <a:latin typeface="Calibri" panose="020F0502020204030204" pitchFamily="34" charset="0"/>
                <a:ea typeface="Times New Roman" panose="02020603050405020304" pitchFamily="18" charset="0"/>
                <a:cs typeface="Calibri" panose="020F0502020204030204" pitchFamily="34" charset="0"/>
              </a:rPr>
              <a:t>It’s very risky to manage granite system </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Man power work impossible.</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Used only in low level business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0" indent="0">
              <a:buNone/>
            </a:pPr>
            <a:endParaRPr lang="en-US" dirty="0"/>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 proposed system of granite management system is that for we can takes a purchase, sales, stock and billing module have to be covered. So, we no need to bother about the product. In this system we can build it too anywhere. This system has to be working fully automatically.</a:t>
            </a:r>
          </a:p>
          <a:p>
            <a:pPr marL="0" indent="0">
              <a:buNone/>
            </a:pPr>
            <a:r>
              <a:rPr lang="en-US" sz="1800" b="1" kern="100" dirty="0">
                <a:latin typeface="Times New Roman" panose="02020603050405020304" pitchFamily="18" charset="0"/>
              </a:rPr>
              <a:t>Advantages</a:t>
            </a: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Showing a billing report</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very easy to find the stock details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contact with customers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0" indent="0">
              <a:buNone/>
            </a:pPr>
            <a:endParaRPr lang="en-US" b="1" dirty="0"/>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92500" lnSpcReduction="10000"/>
          </a:bodyPr>
          <a:lstStyle/>
          <a:p>
            <a:pPr marL="0" marR="0" lvl="0" indent="0">
              <a:lnSpc>
                <a:spcPct val="150000"/>
              </a:lnSpc>
              <a:spcBef>
                <a:spcPts val="500"/>
              </a:spcBef>
              <a:spcAft>
                <a:spcPts val="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Admin Login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500"/>
              </a:spcBef>
              <a:spcAft>
                <a:spcPts val="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Admin is an only having an access to login, admin having access to use these below modules. admin using username and password to do login, if it’s an incorrect we won’t allow into the application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50000"/>
              </a:lnSpc>
              <a:spcBef>
                <a:spcPts val="500"/>
              </a:spcBef>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Customer Registration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A customer registration module is used collect the information details. Which is used to when the granite shop owner contacts the customer this will help to give the contact details about the customer.</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85000" lnSpcReduction="10000"/>
          </a:bodyPr>
          <a:lstStyle/>
          <a:p>
            <a:pPr marL="0" marR="0" lvl="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Purchase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when the manager purchasing the products or material, they should register this purchase module. It’s managed by shop owner then collect the information about the product details and price </a:t>
            </a:r>
            <a:r>
              <a:rPr lang="en-US" sz="1800" dirty="0" err="1">
                <a:effectLst/>
                <a:latin typeface="Calibri" panose="020F0502020204030204" pitchFamily="34" charset="0"/>
                <a:ea typeface="Times New Roman" panose="02020603050405020304" pitchFamily="18" charset="0"/>
                <a:cs typeface="Calibri" panose="020F0502020204030204" pitchFamily="34" charset="0"/>
              </a:rPr>
              <a:t>etc</a:t>
            </a:r>
            <a:r>
              <a:rPr lang="en-US" sz="1800" dirty="0">
                <a:effectLst/>
                <a:latin typeface="Calibri" panose="020F0502020204030204" pitchFamily="34" charset="0"/>
                <a:ea typeface="Times New Roman" panose="02020603050405020304" pitchFamily="18" charset="0"/>
                <a:cs typeface="Calibri" panose="020F0502020204030204" pitchFamily="34" charset="0"/>
              </a:rPr>
              <a:t>… After the purchasing only should sales the product.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457200" marR="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Sales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	This module calling when the customer has to be purchased and before billing. It will show the all the details about the product. Which is basically used to find the stock entry details. A sales module collects the customer information so we can contact the customer easily.</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DDDC8A-04BB-42C9-B0EC-BF82D0492888}"/>
              </a:ext>
            </a:extLst>
          </p:cNvPr>
          <p:cNvSpPr>
            <a:spLocks noGrp="1"/>
          </p:cNvSpPr>
          <p:nvPr>
            <p:ph idx="1"/>
          </p:nvPr>
        </p:nvSpPr>
        <p:spPr/>
        <p:txBody>
          <a:bodyPr>
            <a:normAutofit fontScale="92500" lnSpcReduction="20000"/>
          </a:bodyPr>
          <a:lstStyle/>
          <a:p>
            <a:pPr marL="0" marR="0" lvl="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Stock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a:t>
            </a:r>
            <a:r>
              <a:rPr lang="en-US" sz="1800" dirty="0">
                <a:effectLst/>
                <a:latin typeface="Calibri" panose="020F0502020204030204" pitchFamily="34" charset="0"/>
                <a:ea typeface="Times New Roman" panose="02020603050405020304" pitchFamily="18" charset="0"/>
                <a:cs typeface="Calibri" panose="020F0502020204030204" pitchFamily="34" charset="0"/>
              </a:rPr>
              <a:t>This Stock module will be helps to find the what are all the products are available in shop and how many products are in stock also we can check. No need to manually count a check and verify the product. Systematically it will calculate and give a report.</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5.  Billing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a:t>
            </a:r>
            <a:r>
              <a:rPr lang="en-US" sz="1800" dirty="0">
                <a:effectLst/>
                <a:latin typeface="Calibri" panose="020F0502020204030204" pitchFamily="34" charset="0"/>
                <a:ea typeface="Times New Roman" panose="02020603050405020304" pitchFamily="18" charset="0"/>
                <a:cs typeface="Calibri" panose="020F0502020204030204" pitchFamily="34" charset="0"/>
              </a:rPr>
              <a:t>This module shows a billing detail, what are the items are sales in date wise and how much are they gain. Total entire application will be showing in this module.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C98C82F8-054A-43BC-8F2A-689DFB118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1749" y="3740426"/>
            <a:ext cx="7410350" cy="1149626"/>
          </a:xfrm>
          <a:prstGeom prst="rect">
            <a:avLst/>
          </a:prstGeom>
        </p:spPr>
      </p:pic>
    </p:spTree>
    <p:extLst>
      <p:ext uri="{BB962C8B-B14F-4D97-AF65-F5344CB8AC3E}">
        <p14:creationId xmlns:p14="http://schemas.microsoft.com/office/powerpoint/2010/main"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pic>
        <p:nvPicPr>
          <p:cNvPr id="11" name="Content Placeholder 10">
            <a:extLst>
              <a:ext uri="{FF2B5EF4-FFF2-40B4-BE49-F238E27FC236}">
                <a16:creationId xmlns:a16="http://schemas.microsoft.com/office/drawing/2014/main" id="{DF52A0F6-F8C6-4061-BD67-6D658A536C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4592" y="2116845"/>
            <a:ext cx="5597020" cy="4535746"/>
          </a:xfrm>
        </p:spPr>
      </p:pic>
    </p:spTree>
    <p:extLst>
      <p:ext uri="{BB962C8B-B14F-4D97-AF65-F5344CB8AC3E}">
        <p14:creationId xmlns:p14="http://schemas.microsoft.com/office/powerpoint/2010/main"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25</TotalTime>
  <Words>703</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Century Gothic</vt:lpstr>
      <vt:lpstr>Symbol</vt:lpstr>
      <vt:lpstr>Times New Roman</vt:lpstr>
      <vt:lpstr>Wingdings</vt:lpstr>
      <vt:lpstr>Wingdings 3</vt:lpstr>
      <vt:lpstr>Ion Boardroom</vt:lpstr>
      <vt:lpstr>GRANITE SHOP MANAGEMENT SYSTEM</vt:lpstr>
      <vt:lpstr>ABSTRACT</vt:lpstr>
      <vt:lpstr> HARDWARE SPECFICATION</vt:lpstr>
      <vt:lpstr> SOFTWARE SPECIFICATION </vt:lpstr>
      <vt:lpstr>EXISTING SYSTEM</vt:lpstr>
      <vt:lpstr>PROPOSED SYSTEM</vt:lpstr>
      <vt:lpstr>Modules</vt:lpstr>
      <vt:lpstr>PowerPoint Presentation</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5</cp:revision>
  <dcterms:created xsi:type="dcterms:W3CDTF">2021-01-26T14:06:30Z</dcterms:created>
  <dcterms:modified xsi:type="dcterms:W3CDTF">2021-01-26T14:51:16Z</dcterms:modified>
</cp:coreProperties>
</file>