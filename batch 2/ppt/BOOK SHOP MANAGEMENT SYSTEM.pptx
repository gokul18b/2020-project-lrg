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237649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665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99569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0963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09651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005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727883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57716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76510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570692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78195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55711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80570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74261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2724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13213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6E12D2-DA3A-480B-BCDF-BFB6C7EBE402}" type="datetimeFigureOut">
              <a:rPr lang="en-US" smtClean="0"/>
              <a:t>1/31/2021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9476811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p:txBody>
          <a:bodyPr/>
          <a:lstStyle/>
          <a:p>
            <a:r>
              <a:rPr lang="en-US" dirty="0"/>
              <a:t>BOOK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The Book shop management system is the process of managing the book center. Here admin is an only one user to managing this software. Which have do process of purchase, sales and provide available book details. A book store has n number of books are available. So it’s very hard to manage the book center.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Book shop Management System is the web application to automate all kinds of operations in the book shop. The purpose of this software is to manage the books in the book store. Generally, it includes the Order Processing, Stock Management and Accounts Management. We developed this software to maintains records of sales, purchase and staff records. This project developed using Java as front end and SQL Server as Back end. Here we are trying to develop such type system which is provide the automation on the any type of the bookshop. That means a shop which has the type system which provides the facility to the customers of the shop to purchase the books from the shop without any complexity.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System		: Pentium IV 2.4 GHz.</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Hard Disk           : 180 GB.</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Floppy Drive	: 1.44 Mb.</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Ram			: 8 GB.</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Operating system 	: Windows 7,8.</a:t>
            </a: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Front End			: JAVA</a:t>
            </a:r>
            <a:endParaRPr lang="en-US" sz="1800" dirty="0">
              <a:effectLst/>
              <a:latin typeface="Times New Roman" panose="02020603050405020304" pitchFamily="18" charset="0"/>
              <a:ea typeface="Times New Roman" panose="02020603050405020304" pitchFamily="18" charset="0"/>
            </a:endParaRPr>
          </a:p>
          <a:p>
            <a:pPr marL="342900" marR="0" lvl="0" indent="-342900" algn="just">
              <a:spcBef>
                <a:spcPts val="50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Back End			: SQL</a:t>
            </a:r>
            <a:endParaRPr lang="en-US" sz="1800" dirty="0">
              <a:effectLst/>
              <a:latin typeface="Times New Roman" panose="02020603050405020304" pitchFamily="18" charset="0"/>
              <a:ea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85000" lnSpcReduction="20000"/>
          </a:bodyPr>
          <a:lstStyle/>
          <a:p>
            <a:pPr marL="0" marR="0">
              <a:lnSpc>
                <a:spcPct val="150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present, the Wholesale and Retail outlets are working under manual management. The client uses MS Excel, all records related to Products, Sales, Suppliers, Orders, Payment are stored in excel files. there is lot of duplicate work, and chance of mistake. When the records are changed, they need to update each and every excel file. In case of Customer records, all information related to customers and the product which the customer has purchased is to be stored in the Customers excel files. If the changes in the customer profile (like Phone no., Address) occur, excel file must be updated.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 manage the whole data, the person maintaining records has to take great pain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Various excel files has to be maintained for each separate process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There is no option to find previous saved records. There is no security; anybody can access any report and sensitive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77500" lnSpcReduction="20000"/>
          </a:bodyPr>
          <a:lstStyle/>
          <a:p>
            <a:pPr marL="0" marR="0">
              <a:lnSpc>
                <a:spcPct val="150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Book Shop Management System is used to overcome the entire problem which they are facing currently, and making manual system to computerized system. -</a:t>
            </a:r>
            <a:br>
              <a:rPr lang="en-US" sz="1800" dirty="0">
                <a:effectLst/>
                <a:latin typeface="Calibri" panose="020F0502020204030204" pitchFamily="34" charset="0"/>
                <a:ea typeface="Calibri" panose="020F0502020204030204" pitchFamily="34" charset="0"/>
                <a:cs typeface="Calibri" panose="020F0502020204030204" pitchFamily="34" charset="0"/>
              </a:rPr>
            </a:b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Purposed Book shop management system should help the customers query whether a book in a stock the user can query the availability of a book either by using the book title or by using the name of author. The objective and scope of my Project Book Shop Management System is to record the details various activities of user. It simplifies the task and reduce the paper work. Book store management system should generate sales statistics (book name, publisher, ISBN number, number of copies sold and the sales revenue) for any period.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customer request for a book and the book is not currently sold by the bookshop, then the customer is asked to enter the full detail of the book for procurement of the book by the bookshop.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If the requested book is in stock, the exact number of copies available and the rack number in which the book is located should be displayed.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a:xfrm>
            <a:off x="677334" y="1749287"/>
            <a:ext cx="8596668" cy="4292075"/>
          </a:xfrm>
        </p:spPr>
        <p:txBody>
          <a:bodyPr>
            <a:normAutofit fontScale="85000" lnSpcReduction="10000"/>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Customer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will be collecting the all the information about the customer, when customer visit or purchase any books admin has collect the customer details and register 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Book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admin registers the book details, what are the books are available into the book shop, once it’s added it will be stored into the book registration table.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Purchase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owner purchasing the book for a shop, it should manage by this module. each and every purchase detail are should be managing here, then only we can maintain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85000" lnSpcReduction="20000"/>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Sales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is act as an when customer purchasing the books or anything admin collect the purchase details and sales it. Then it will show the total cost rupees in a sales screen.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Stock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helps to shown the what are the stocks are available in the shop, we can easily identify the overall stock in the single screen. Also, can able to find the what are the stocks will be close find then can purchase the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Billing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has to show the billing details for the book shop. We can see the billing detail as a date wise and customer wise. Which can provide the report to the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C257FBE8-E15D-4EAD-AB0F-7B60ECB1B17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08643" y="2657475"/>
            <a:ext cx="4649966" cy="1728995"/>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r>
              <a:rPr lang="en-US" dirty="0"/>
              <a:t>Level 1:</a:t>
            </a:r>
          </a:p>
        </p:txBody>
      </p:sp>
      <p:sp>
        <p:nvSpPr>
          <p:cNvPr id="4" name="Content Placeholder 3">
            <a:extLst>
              <a:ext uri="{FF2B5EF4-FFF2-40B4-BE49-F238E27FC236}">
                <a16:creationId xmlns:a16="http://schemas.microsoft.com/office/drawing/2014/main" id="{CA4EECD6-EB91-4411-9334-D9F338FDEC5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3F8D43B2-010B-461B-993A-C5F03FA4CCF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72732"/>
            <a:ext cx="5943600" cy="6312535"/>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TotalTime>
  <Words>863</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Symbol</vt:lpstr>
      <vt:lpstr>Times New Roman</vt:lpstr>
      <vt:lpstr>Trebuchet MS</vt:lpstr>
      <vt:lpstr>Wingdings 3</vt:lpstr>
      <vt:lpstr>Facet</vt:lpstr>
      <vt:lpstr>BOOK SHOP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2021-01-31T10:38:44Z</dcterms:modified>
</cp:coreProperties>
</file>