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4" autoAdjust="0"/>
    <p:restoredTop sz="94660"/>
  </p:normalViewPr>
  <p:slideViewPr>
    <p:cSldViewPr snapToGrid="0">
      <p:cViewPr varScale="1">
        <p:scale>
          <a:sx n="72" d="100"/>
          <a:sy n="72" d="100"/>
        </p:scale>
        <p:origin x="654" y="7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1"/>
      </p:bgRef>
    </p:bg>
    <p:spTree>
      <p:nvGrpSpPr>
        <p:cNvPr id="1" name=""/>
        <p:cNvGrpSpPr/>
        <p:nvPr/>
      </p:nvGrpSpPr>
      <p:grpSpPr>
        <a:xfrm>
          <a:off x="0" y="0"/>
          <a:ext cx="0" cy="0"/>
          <a:chOff x="0" y="0"/>
          <a:chExt cx="0" cy="0"/>
        </a:xfrm>
      </p:grpSpPr>
      <p:sp>
        <p:nvSpPr>
          <p:cNvPr id="8" name="Rectangle 7"/>
          <p:cNvSpPr/>
          <p:nvPr/>
        </p:nvSpPr>
        <p:spPr>
          <a:xfrm flipH="1">
            <a:off x="3556000" y="0"/>
            <a:ext cx="8636000" cy="6858000"/>
          </a:xfrm>
          <a:prstGeom prst="rect">
            <a:avLst/>
          </a:prstGeom>
          <a:blipFill>
            <a:blip r:embed="rId2">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00000" r="50000"/>
                </a:path>
                <a:tileRect/>
              </a:gradFill>
            </a:fillOverlay>
            <a:innerShdw blurRad="63500" dist="44450" dir="10800000">
              <a:srgbClr val="000000">
                <a:alpha val="50000"/>
              </a:srgbClr>
            </a:inn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16200000">
            <a:off x="127000" y="3429000"/>
            <a:ext cx="6858000" cy="0"/>
          </a:xfrm>
          <a:prstGeom prst="line">
            <a:avLst/>
          </a:prstGeom>
          <a:noFill/>
          <a:ln w="11430" cap="flat" cmpd="sng" algn="ctr">
            <a:solidFill>
              <a:schemeClr val="bg1">
                <a:shade val="95000"/>
              </a:schemeClr>
            </a:solidFill>
            <a:prstDash val="solid"/>
            <a:miter lim="800000"/>
            <a:headEnd type="none" w="med" len="med"/>
            <a:tailEnd type="none" w="med" len="med"/>
          </a:ln>
          <a:effectLst/>
        </p:spPr>
        <p:txBody>
          <a:bodyPr vert="horz" wrap="square" lIns="91440" tIns="45720" rIns="91440" bIns="45720" anchor="t" compatLnSpc="1"/>
          <a:lstStyle/>
          <a:p>
            <a:endParaRPr kumimoji="0" lang="en-US"/>
          </a:p>
        </p:txBody>
      </p:sp>
      <p:sp>
        <p:nvSpPr>
          <p:cNvPr id="12" name="Title 11"/>
          <p:cNvSpPr>
            <a:spLocks noGrp="1"/>
          </p:cNvSpPr>
          <p:nvPr>
            <p:ph type="ctrTitle"/>
          </p:nvPr>
        </p:nvSpPr>
        <p:spPr>
          <a:xfrm>
            <a:off x="4489157" y="533400"/>
            <a:ext cx="6807200" cy="2868168"/>
          </a:xfrm>
        </p:spPr>
        <p:txBody>
          <a:bodyPr lIns="45720" tIns="0" rIns="45720">
            <a:noAutofit/>
          </a:bodyPr>
          <a:lstStyle>
            <a:lvl1pPr algn="r">
              <a:defRPr sz="4200" b="1"/>
            </a:lvl1pPr>
            <a:extLst/>
          </a:lstStyle>
          <a:p>
            <a:r>
              <a:rPr kumimoji="0" lang="en-US"/>
              <a:t>Click to edit Master title style</a:t>
            </a:r>
          </a:p>
        </p:txBody>
      </p:sp>
      <p:sp>
        <p:nvSpPr>
          <p:cNvPr id="25" name="Subtitle 24"/>
          <p:cNvSpPr>
            <a:spLocks noGrp="1"/>
          </p:cNvSpPr>
          <p:nvPr>
            <p:ph type="subTitle" idx="1"/>
          </p:nvPr>
        </p:nvSpPr>
        <p:spPr>
          <a:xfrm>
            <a:off x="4472589" y="3539864"/>
            <a:ext cx="6819704" cy="1101248"/>
          </a:xfrm>
        </p:spPr>
        <p:txBody>
          <a:bodyPr lIns="45720" tIns="0" rIns="45720" bIns="0"/>
          <a:lstStyle>
            <a:lvl1pPr marL="0" indent="0" algn="r">
              <a:buNone/>
              <a:defRPr sz="2200">
                <a:solidFill>
                  <a:srgbClr val="FFFFFF"/>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sp>
        <p:nvSpPr>
          <p:cNvPr id="31" name="Date Placeholder 30"/>
          <p:cNvSpPr>
            <a:spLocks noGrp="1"/>
          </p:cNvSpPr>
          <p:nvPr>
            <p:ph type="dt" sz="half" idx="10"/>
          </p:nvPr>
        </p:nvSpPr>
        <p:spPr>
          <a:xfrm>
            <a:off x="7828299" y="6557946"/>
            <a:ext cx="2669952" cy="226902"/>
          </a:xfrm>
        </p:spPr>
        <p:txBody>
          <a:bodyPr/>
          <a:lstStyle>
            <a:lvl1pPr>
              <a:defRPr lang="en-US" smtClean="0">
                <a:solidFill>
                  <a:srgbClr val="FFFFFF"/>
                </a:solidFill>
              </a:defRPr>
            </a:lvl1pPr>
            <a:extLst/>
          </a:lstStyle>
          <a:p>
            <a:fld id="{1C6E12D2-DA3A-480B-BCDF-BFB6C7EBE402}" type="datetimeFigureOut">
              <a:rPr lang="en-US" smtClean="0"/>
              <a:pPr/>
              <a:t>1/31/2021</a:t>
            </a:fld>
            <a:endParaRPr lang="en-US"/>
          </a:p>
        </p:txBody>
      </p:sp>
      <p:sp>
        <p:nvSpPr>
          <p:cNvPr id="18" name="Footer Placeholder 17"/>
          <p:cNvSpPr>
            <a:spLocks noGrp="1"/>
          </p:cNvSpPr>
          <p:nvPr>
            <p:ph type="ftr" sz="quarter" idx="11"/>
          </p:nvPr>
        </p:nvSpPr>
        <p:spPr>
          <a:xfrm>
            <a:off x="3759200" y="6557946"/>
            <a:ext cx="3903629" cy="228600"/>
          </a:xfrm>
        </p:spPr>
        <p:txBody>
          <a:bodyPr/>
          <a:lstStyle>
            <a:lvl1pPr>
              <a:defRPr lang="en-US" dirty="0">
                <a:solidFill>
                  <a:srgbClr val="FFFFFF"/>
                </a:solidFill>
              </a:defRPr>
            </a:lvl1pPr>
            <a:extLst/>
          </a:lstStyle>
          <a:p>
            <a:endParaRPr lang="en-US"/>
          </a:p>
        </p:txBody>
      </p:sp>
      <p:sp>
        <p:nvSpPr>
          <p:cNvPr id="29" name="Slide Number Placeholder 28"/>
          <p:cNvSpPr>
            <a:spLocks noGrp="1"/>
          </p:cNvSpPr>
          <p:nvPr>
            <p:ph type="sldNum" sz="quarter" idx="12"/>
          </p:nvPr>
        </p:nvSpPr>
        <p:spPr>
          <a:xfrm>
            <a:off x="10507845" y="6556248"/>
            <a:ext cx="784448" cy="228600"/>
          </a:xfrm>
        </p:spPr>
        <p:txBody>
          <a:bodyPr/>
          <a:lstStyle>
            <a:lvl1pPr>
              <a:defRPr lang="en-US" smtClean="0">
                <a:solidFill>
                  <a:srgbClr val="FFFFFF"/>
                </a:solidFill>
              </a:defRPr>
            </a:lvl1pPr>
            <a:extLst/>
          </a:lstStyle>
          <a:p>
            <a:fld id="{F1BBC3DF-4D3E-4D62-AC24-223E50BCC8DF}"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C6E12D2-DA3A-480B-BCDF-BFB6C7EBE402}" type="datetimeFigureOut">
              <a:rPr lang="en-US" smtClean="0"/>
              <a:pPr/>
              <a:t>1/31/2021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422400" y="2821838"/>
            <a:ext cx="8340651" cy="1362075"/>
          </a:xfrm>
        </p:spPr>
        <p:txBody>
          <a:bodyPr tIns="0" anchor="t"/>
          <a:lstStyle>
            <a:lvl1pPr algn="r">
              <a:buNone/>
              <a:defRPr sz="4200" b="1" cap="all"/>
            </a:lvl1pPr>
            <a:extLst/>
          </a:lstStyle>
          <a:p>
            <a:r>
              <a:rPr kumimoji="0" lang="en-US"/>
              <a:t>Click to edit Master title style</a:t>
            </a:r>
          </a:p>
        </p:txBody>
      </p:sp>
      <p:sp>
        <p:nvSpPr>
          <p:cNvPr id="3" name="Text Placeholder 2"/>
          <p:cNvSpPr>
            <a:spLocks noGrp="1"/>
          </p:cNvSpPr>
          <p:nvPr>
            <p:ph type="body" idx="1"/>
          </p:nvPr>
        </p:nvSpPr>
        <p:spPr>
          <a:xfrm>
            <a:off x="1422400" y="1905001"/>
            <a:ext cx="8340651" cy="743507"/>
          </a:xfrm>
        </p:spPr>
        <p:txBody>
          <a:bodyPr anchor="b"/>
          <a:lstStyle>
            <a:lvl1pPr marL="0" indent="0" algn="r">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298984" y="6556810"/>
            <a:ext cx="2669952" cy="226902"/>
          </a:xfrm>
        </p:spPr>
        <p:txBody>
          <a:bodyPr bIns="0" anchor="b"/>
          <a:lstStyle>
            <a:lvl1pPr>
              <a:defRPr>
                <a:solidFill>
                  <a:schemeClr val="tx2"/>
                </a:solidFill>
              </a:defRPr>
            </a:lvl1pPr>
            <a:extLst/>
          </a:lstStyle>
          <a:p>
            <a:fld id="{1C6E12D2-DA3A-480B-BCDF-BFB6C7EBE402}" type="datetimeFigureOut">
              <a:rPr lang="en-US" smtClean="0"/>
              <a:pPr/>
              <a:t>1/31/2021</a:t>
            </a:fld>
            <a:endParaRPr lang="en-US"/>
          </a:p>
        </p:txBody>
      </p:sp>
      <p:sp>
        <p:nvSpPr>
          <p:cNvPr id="5" name="Footer Placeholder 4"/>
          <p:cNvSpPr>
            <a:spLocks noGrp="1"/>
          </p:cNvSpPr>
          <p:nvPr>
            <p:ph type="ftr" sz="quarter" idx="11"/>
          </p:nvPr>
        </p:nvSpPr>
        <p:spPr>
          <a:xfrm>
            <a:off x="2313811" y="6556810"/>
            <a:ext cx="3860800" cy="228600"/>
          </a:xfrm>
        </p:spPr>
        <p:txBody>
          <a:bodyPr bIns="0" anchor="b"/>
          <a:lstStyle>
            <a:lvl1pPr>
              <a:defRPr>
                <a:solidFill>
                  <a:schemeClr val="tx2"/>
                </a:solidFill>
              </a:defRPr>
            </a:lvl1pPr>
            <a:extLst/>
          </a:lstStyle>
          <a:p>
            <a:endParaRPr lang="en-US"/>
          </a:p>
        </p:txBody>
      </p:sp>
      <p:sp>
        <p:nvSpPr>
          <p:cNvPr id="6" name="Slide Number Placeholder 5"/>
          <p:cNvSpPr>
            <a:spLocks noGrp="1"/>
          </p:cNvSpPr>
          <p:nvPr>
            <p:ph type="sldNum" sz="quarter" idx="12"/>
          </p:nvPr>
        </p:nvSpPr>
        <p:spPr>
          <a:xfrm>
            <a:off x="8978603" y="6555112"/>
            <a:ext cx="784448" cy="228600"/>
          </a:xfrm>
        </p:spPr>
        <p:txBody>
          <a:bodyPr/>
          <a:lstStyle/>
          <a:p>
            <a:fld id="{F1BBC3DF-4D3E-4D62-AC24-223E50BCC8DF}"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320040"/>
            <a:ext cx="9656064" cy="1143000"/>
          </a:xfrm>
        </p:spPr>
        <p:txBody>
          <a:bodyPr/>
          <a:lstStyle/>
          <a:p>
            <a:r>
              <a:rPr kumimoji="0" lang="en-US"/>
              <a:t>Click to edit Master title style</a:t>
            </a:r>
          </a:p>
        </p:txBody>
      </p:sp>
      <p:sp>
        <p:nvSpPr>
          <p:cNvPr id="3" name="Content Placeholder 2"/>
          <p:cNvSpPr>
            <a:spLocks noGrp="1"/>
          </p:cNvSpPr>
          <p:nvPr>
            <p:ph sz="half" idx="1"/>
          </p:nvPr>
        </p:nvSpPr>
        <p:spPr>
          <a:xfrm>
            <a:off x="609600" y="1600201"/>
            <a:ext cx="469392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5571744" y="1600201"/>
            <a:ext cx="469392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C6E12D2-DA3A-480B-BCDF-BFB6C7EBE402}" type="datetimeFigureOut">
              <a:rPr lang="en-US" smtClean="0"/>
              <a:pPr/>
              <a:t>1/31/2021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BBC3DF-4D3E-4D62-AC24-223E50BCC8DF}"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320040"/>
            <a:ext cx="9656064" cy="1143000"/>
          </a:xfrm>
        </p:spPr>
        <p:txBody>
          <a:bodyPr anchor="b"/>
          <a:lstStyle>
            <a:lvl1pPr>
              <a:defRPr/>
            </a:lvl1pPr>
            <a:extLst/>
          </a:lstStyle>
          <a:p>
            <a:r>
              <a:rPr kumimoji="0" lang="en-US"/>
              <a:t>Click to edit Master title style</a:t>
            </a:r>
          </a:p>
        </p:txBody>
      </p:sp>
      <p:sp>
        <p:nvSpPr>
          <p:cNvPr id="3" name="Text Placeholder 2"/>
          <p:cNvSpPr>
            <a:spLocks noGrp="1"/>
          </p:cNvSpPr>
          <p:nvPr>
            <p:ph type="body" idx="1"/>
          </p:nvPr>
        </p:nvSpPr>
        <p:spPr>
          <a:xfrm>
            <a:off x="609600" y="5867400"/>
            <a:ext cx="4693920" cy="457200"/>
          </a:xfrm>
          <a:noFill/>
          <a:ln w="12700" cap="flat" cmpd="sng" algn="ctr">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5571744" y="5867400"/>
            <a:ext cx="4693920" cy="457200"/>
          </a:xfrm>
          <a:noFill/>
          <a:ln w="12700" cap="flat" cmpd="sng" algn="ctr">
            <a:solidFill>
              <a:schemeClr val="tx2"/>
            </a:solidFill>
            <a:prstDash val="solid"/>
          </a:ln>
          <a:effectLst/>
        </p:spPr>
        <p:style>
          <a:lnRef idx="1">
            <a:schemeClr val="accent2"/>
          </a:lnRef>
          <a:fillRef idx="3">
            <a:schemeClr val="accent2"/>
          </a:fillRef>
          <a:effectRef idx="2">
            <a:schemeClr val="accent2"/>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609600" y="1711840"/>
            <a:ext cx="469392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5571744" y="1711840"/>
            <a:ext cx="469392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1C6E12D2-DA3A-480B-BCDF-BFB6C7EBE402}" type="datetimeFigureOut">
              <a:rPr lang="en-US" smtClean="0"/>
              <a:pPr/>
              <a:t>1/31/2021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1BBC3DF-4D3E-4D62-AC24-223E50BCC8DF}"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320040"/>
            <a:ext cx="9656064" cy="11430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1C6E12D2-DA3A-480B-BCDF-BFB6C7EBE402}" type="datetimeFigureOut">
              <a:rPr lang="en-US" smtClean="0"/>
              <a:pPr/>
              <a:t>1/31/2021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1BBC3DF-4D3E-4D62-AC24-223E50BCC8DF}"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2"/>
                </a:solidFill>
              </a:defRPr>
            </a:lvl1pPr>
            <a:extLst/>
          </a:lstStyle>
          <a:p>
            <a:fld id="{1C6E12D2-DA3A-480B-BCDF-BFB6C7EBE402}" type="datetimeFigureOut">
              <a:rPr lang="en-US" smtClean="0"/>
              <a:pPr/>
              <a:t>1/31/2021</a:t>
            </a:fld>
            <a:endParaRPr lang="en-US"/>
          </a:p>
        </p:txBody>
      </p:sp>
      <p:sp>
        <p:nvSpPr>
          <p:cNvPr id="3" name="Footer Placeholder 2"/>
          <p:cNvSpPr>
            <a:spLocks noGrp="1"/>
          </p:cNvSpPr>
          <p:nvPr>
            <p:ph type="ftr" sz="quarter" idx="11"/>
          </p:nvPr>
        </p:nvSpPr>
        <p:spPr/>
        <p:txBody>
          <a:bodyPr/>
          <a:lstStyle>
            <a:lvl1pPr>
              <a:defRPr>
                <a:solidFill>
                  <a:schemeClr val="tx2"/>
                </a:solidFill>
              </a:defRPr>
            </a:lvl1pPr>
            <a:extLst/>
          </a:lstStyle>
          <a:p>
            <a:endParaRPr lang="en-US"/>
          </a:p>
        </p:txBody>
      </p:sp>
      <p:sp>
        <p:nvSpPr>
          <p:cNvPr id="4" name="Slide Number Placeholder 3"/>
          <p:cNvSpPr>
            <a:spLocks noGrp="1"/>
          </p:cNvSpPr>
          <p:nvPr>
            <p:ph type="sldNum" sz="quarter" idx="12"/>
          </p:nvPr>
        </p:nvSpPr>
        <p:spPr/>
        <p:txBody>
          <a:bodyPr/>
          <a:lstStyle/>
          <a:p>
            <a:fld id="{F1BBC3DF-4D3E-4D62-AC24-223E50BCC8D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7863840" cy="1173480"/>
          </a:xfrm>
        </p:spPr>
        <p:txBody>
          <a:bodyPr wrap="square" anchor="b"/>
          <a:lstStyle>
            <a:lvl1pPr algn="l">
              <a:buNone/>
              <a:defRPr lang="en-US" sz="2400" baseline="0" smtClean="0"/>
            </a:lvl1pPr>
            <a:extLst/>
          </a:lstStyle>
          <a:p>
            <a:r>
              <a:rPr kumimoji="0" lang="en-US"/>
              <a:t>Click to edit Master title style</a:t>
            </a:r>
          </a:p>
        </p:txBody>
      </p:sp>
      <p:sp>
        <p:nvSpPr>
          <p:cNvPr id="3" name="Text Placeholder 2"/>
          <p:cNvSpPr>
            <a:spLocks noGrp="1"/>
          </p:cNvSpPr>
          <p:nvPr>
            <p:ph type="body" idx="2"/>
          </p:nvPr>
        </p:nvSpPr>
        <p:spPr>
          <a:xfrm>
            <a:off x="609600" y="1497416"/>
            <a:ext cx="7863840" cy="602512"/>
          </a:xfrm>
        </p:spPr>
        <p:txBody>
          <a:bodyPr rot="0" spcFirstLastPara="0" vertOverflow="overflow" horzOverflow="overflow" vert="horz" wrap="square" lIns="45720" tIns="0" rIns="0" bIns="0" numCol="1" spcCol="0" rtlCol="0" fromWordArt="0" anchor="t" anchorCtr="0" forceAA="0" compatLnSpc="1">
            <a:normAutofit/>
          </a:bodyPr>
          <a:lstStyle>
            <a:lvl1pPr marL="0" indent="0">
              <a:spcBef>
                <a:spcPts val="0"/>
              </a:spcBef>
              <a:spcAft>
                <a:spcPts val="0"/>
              </a:spcAft>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609600" y="2133600"/>
            <a:ext cx="9652000" cy="4371752"/>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C6E12D2-DA3A-480B-BCDF-BFB6C7EBE402}" type="datetimeFigureOut">
              <a:rPr lang="en-US" smtClean="0"/>
              <a:pPr/>
              <a:t>1/31/2021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BBC3DF-4D3E-4D62-AC24-223E50BCC8DF}"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2"/>
      </p:bgRef>
    </p:bg>
    <p:spTree>
      <p:nvGrpSpPr>
        <p:cNvPr id="1" name=""/>
        <p:cNvGrpSpPr/>
        <p:nvPr/>
      </p:nvGrpSpPr>
      <p:grpSpPr>
        <a:xfrm>
          <a:off x="0" y="0"/>
          <a:ext cx="0" cy="0"/>
          <a:chOff x="0" y="0"/>
          <a:chExt cx="0" cy="0"/>
        </a:xfrm>
      </p:grpSpPr>
      <p:sp>
        <p:nvSpPr>
          <p:cNvPr id="8" name="Rectangle 7"/>
          <p:cNvSpPr/>
          <p:nvPr/>
        </p:nvSpPr>
        <p:spPr>
          <a:xfrm rot="21240000">
            <a:off x="797292" y="1004669"/>
            <a:ext cx="5759369" cy="4312573"/>
          </a:xfrm>
          <a:prstGeom prst="rect">
            <a:avLst/>
          </a:prstGeom>
          <a:solidFill>
            <a:srgbClr val="FAFAFA"/>
          </a:solidFill>
          <a:ln w="1270" cap="rnd" cmpd="sng" algn="ctr">
            <a:solidFill>
              <a:srgbClr val="EAEAEA"/>
            </a:solidFill>
            <a:prstDash val="solid"/>
          </a:ln>
          <a:effectLst>
            <a:outerShdw blurRad="25000" dist="12700" dir="5400000" algn="t"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rot="21420000">
            <a:off x="795609" y="998817"/>
            <a:ext cx="5759369" cy="4312573"/>
          </a:xfrm>
          <a:prstGeom prst="rect">
            <a:avLst/>
          </a:prstGeom>
          <a:solidFill>
            <a:srgbClr val="FAFAFA"/>
          </a:solidFill>
          <a:ln w="1270" cap="rnd" cmpd="sng" algn="ctr">
            <a:solidFill>
              <a:srgbClr val="EAEAEA"/>
            </a:solidFill>
            <a:prstDash val="solid"/>
          </a:ln>
          <a:effectLst>
            <a:outerShdw blurRad="28000" dist="12700" dir="5400000" algn="tl"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7185464" y="1143000"/>
            <a:ext cx="4572000" cy="2057400"/>
          </a:xfrm>
        </p:spPr>
        <p:txBody>
          <a:bodyPr vert="horz" anchor="b"/>
          <a:lstStyle>
            <a:lvl1pPr algn="l">
              <a:buNone/>
              <a:defRPr sz="3000" b="1" baseline="0">
                <a:ln w="500">
                  <a:solidFill>
                    <a:schemeClr val="tx2">
                      <a:shade val="10000"/>
                      <a:satMod val="135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defRPr>
            </a:lvl1pPr>
            <a:extLst/>
          </a:lstStyle>
          <a:p>
            <a:r>
              <a:rPr kumimoji="0" lang="en-US"/>
              <a:t>Click to edit Master title style</a:t>
            </a:r>
            <a:endParaRPr kumimoji="0" lang="en-US" dirty="0"/>
          </a:p>
        </p:txBody>
      </p:sp>
      <p:sp>
        <p:nvSpPr>
          <p:cNvPr id="4" name="Text Placeholder 3"/>
          <p:cNvSpPr>
            <a:spLocks noGrp="1"/>
          </p:cNvSpPr>
          <p:nvPr>
            <p:ph type="body" sz="half" idx="2"/>
          </p:nvPr>
        </p:nvSpPr>
        <p:spPr>
          <a:xfrm>
            <a:off x="7185464" y="3283634"/>
            <a:ext cx="4572000" cy="1920240"/>
          </a:xfrm>
        </p:spPr>
        <p:txBody>
          <a:bodyPr rot="0" spcFirstLastPara="0" vertOverflow="overflow" horzOverflow="overflow" vert="horz" wrap="square" lIns="82296" tIns="0" rIns="0" bIns="0" numCol="1" spcCol="0" rtlCol="0" fromWordArt="0" anchor="t" anchorCtr="0" forceAA="0" compatLnSpc="1">
            <a:normAutofit/>
          </a:bodyPr>
          <a:lstStyle>
            <a:lvl1pPr marL="0" indent="0">
              <a:lnSpc>
                <a:spcPct val="100000"/>
              </a:lnSpc>
              <a:spcBef>
                <a:spcPts val="0"/>
              </a:spcBef>
              <a:buFontTx/>
              <a:buNone/>
              <a:defRPr sz="1400" baseline="0">
                <a:solidFill>
                  <a:schemeClr val="tx1"/>
                </a:solidFill>
              </a:defRPr>
            </a:lvl1pPr>
            <a:lvl2pPr>
              <a:defRPr sz="1200"/>
            </a:lvl2pPr>
            <a:lvl3pPr>
              <a:defRPr sz="1000"/>
            </a:lvl3pPr>
            <a:lvl4pPr>
              <a:defRPr sz="900"/>
            </a:lvl4pPr>
            <a:lvl5pPr>
              <a:defRPr sz="900"/>
            </a:lvl5pPr>
            <a:extLst/>
          </a:lstStyle>
          <a:p>
            <a:pPr marL="0" marR="0" lvl="0" indent="0" algn="l" defTabSz="0" rtl="0" eaLnBrk="1" fontAlgn="auto" latinLnBrk="0" hangingPunct="1">
              <a:lnSpc>
                <a:spcPct val="100000"/>
              </a:lnSpc>
              <a:spcBef>
                <a:spcPts val="0"/>
              </a:spcBef>
              <a:spcAft>
                <a:spcPts val="0"/>
              </a:spcAft>
              <a:buClr>
                <a:schemeClr val="tx2"/>
              </a:buClr>
              <a:buSzPct val="73000"/>
              <a:buFontTx/>
              <a:buNone/>
              <a:tabLst/>
              <a:defRPr/>
            </a:pPr>
            <a:r>
              <a:rPr kumimoji="0" lang="en-US"/>
              <a:t>Click to edit Master text styles</a:t>
            </a:r>
          </a:p>
        </p:txBody>
      </p:sp>
      <p:sp>
        <p:nvSpPr>
          <p:cNvPr id="5" name="Date Placeholder 4"/>
          <p:cNvSpPr>
            <a:spLocks noGrp="1"/>
          </p:cNvSpPr>
          <p:nvPr>
            <p:ph type="dt" sz="half" idx="10"/>
          </p:nvPr>
        </p:nvSpPr>
        <p:spPr/>
        <p:txBody>
          <a:bodyPr/>
          <a:lstStyle/>
          <a:p>
            <a:fld id="{1C6E12D2-DA3A-480B-BCDF-BFB6C7EBE402}" type="datetimeFigureOut">
              <a:rPr lang="en-US" smtClean="0"/>
              <a:pPr/>
              <a:t>1/31/2021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BBC3DF-4D3E-4D62-AC24-223E50BCC8DF}" type="slidenum">
              <a:rPr lang="en-US" smtClean="0"/>
              <a:pPr/>
              <a:t>‹#›</a:t>
            </a:fld>
            <a:endParaRPr lang="en-US"/>
          </a:p>
        </p:txBody>
      </p:sp>
      <p:sp>
        <p:nvSpPr>
          <p:cNvPr id="10" name="Picture Placeholder 9"/>
          <p:cNvSpPr>
            <a:spLocks noGrp="1"/>
          </p:cNvSpPr>
          <p:nvPr>
            <p:ph type="pic" idx="1"/>
          </p:nvPr>
        </p:nvSpPr>
        <p:spPr>
          <a:xfrm>
            <a:off x="884909" y="1041002"/>
            <a:ext cx="5608320" cy="4206240"/>
          </a:xfrm>
          <a:solidFill>
            <a:schemeClr val="bg2">
              <a:shade val="50000"/>
            </a:schemeClr>
          </a:solidFill>
          <a:ln w="107950">
            <a:solidFill>
              <a:srgbClr val="FFFFFF"/>
            </a:solidFill>
            <a:miter lim="800000"/>
          </a:ln>
          <a:effectLst>
            <a:outerShdw blurRad="44450" dist="3810" dir="5400000" algn="tl" rotWithShape="0">
              <a:srgbClr val="000000">
                <a:alpha val="60000"/>
              </a:srgbClr>
            </a:outerShdw>
          </a:effectLst>
          <a:scene3d>
            <a:camera prst="orthographicFront"/>
            <a:lightRig rig="threePt" dir="t"/>
          </a:scene3d>
          <a:sp3d contourW="3810">
            <a:contourClr>
              <a:srgbClr val="969696"/>
            </a:contourClr>
          </a:sp3d>
        </p:spPr>
        <p:txBody>
          <a:bodyPr/>
          <a:lstStyle>
            <a:lvl1pPr marL="0" indent="0">
              <a:buNone/>
              <a:defRPr sz="3200"/>
            </a:lvl1pPr>
            <a:extLst/>
          </a:lstStyle>
          <a:p>
            <a:r>
              <a:rPr kumimoji="0" lang="en-US"/>
              <a:t>Click icon to add picture</a:t>
            </a:r>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C6E12D2-DA3A-480B-BCDF-BFB6C7EBE402}" type="datetimeFigureOut">
              <a:rPr lang="en-US" smtClean="0"/>
              <a:pPr/>
              <a:t>1/31/2021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37600" y="274956"/>
            <a:ext cx="2032000" cy="5851525"/>
          </a:xfrm>
        </p:spPr>
        <p:txBody>
          <a:bodyPr vert="eaVert" anchor="t"/>
          <a:lstStyle/>
          <a:p>
            <a:r>
              <a:rPr kumimoji="0" lang="en-US"/>
              <a:t>Click to edit Master title style</a:t>
            </a:r>
          </a:p>
        </p:txBody>
      </p:sp>
      <p:sp>
        <p:nvSpPr>
          <p:cNvPr id="3" name="Vertical Text Placeholder 2"/>
          <p:cNvSpPr>
            <a:spLocks noGrp="1"/>
          </p:cNvSpPr>
          <p:nvPr>
            <p:ph type="body" orient="vert" idx="1"/>
          </p:nvPr>
        </p:nvSpPr>
        <p:spPr>
          <a:xfrm>
            <a:off x="609600" y="274643"/>
            <a:ext cx="80264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5657088" y="6557946"/>
            <a:ext cx="2669952" cy="226902"/>
          </a:xfrm>
        </p:spPr>
        <p:txBody>
          <a:bodyPr/>
          <a:lstStyle/>
          <a:p>
            <a:fld id="{1C6E12D2-DA3A-480B-BCDF-BFB6C7EBE402}" type="datetimeFigureOut">
              <a:rPr lang="en-US" smtClean="0"/>
              <a:pPr/>
              <a:t>1/31/2021</a:t>
            </a:fld>
            <a:endParaRPr lang="en-US"/>
          </a:p>
        </p:txBody>
      </p:sp>
      <p:sp>
        <p:nvSpPr>
          <p:cNvPr id="5" name="Footer Placeholder 4"/>
          <p:cNvSpPr>
            <a:spLocks noGrp="1"/>
          </p:cNvSpPr>
          <p:nvPr>
            <p:ph type="ftr" sz="quarter" idx="11"/>
          </p:nvPr>
        </p:nvSpPr>
        <p:spPr>
          <a:xfrm>
            <a:off x="609600" y="6556248"/>
            <a:ext cx="4876800" cy="228600"/>
          </a:xfrm>
        </p:spPr>
        <p:txBody>
          <a:bodyPr/>
          <a:lstStyle/>
          <a:p>
            <a:endParaRPr lang="en-US"/>
          </a:p>
        </p:txBody>
      </p:sp>
      <p:sp>
        <p:nvSpPr>
          <p:cNvPr id="6" name="Slide Number Placeholder 5"/>
          <p:cNvSpPr>
            <a:spLocks noGrp="1"/>
          </p:cNvSpPr>
          <p:nvPr>
            <p:ph type="sldNum" sz="quarter" idx="12"/>
          </p:nvPr>
        </p:nvSpPr>
        <p:spPr>
          <a:xfrm>
            <a:off x="8339328" y="6553200"/>
            <a:ext cx="784448" cy="228600"/>
          </a:xfrm>
        </p:spPr>
        <p:txBody>
          <a:bodyPr/>
          <a:lstStyle>
            <a:lvl1pPr>
              <a:defRPr>
                <a:solidFill>
                  <a:schemeClr val="tx2"/>
                </a:solidFill>
              </a:defRPr>
            </a:lvl1pPr>
            <a:extLst/>
          </a:lstStyle>
          <a:p>
            <a:fld id="{F1BBC3DF-4D3E-4D62-AC24-223E50BCC8DF}"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flipH="1">
            <a:off x="10871200" y="0"/>
            <a:ext cx="1320800" cy="6858000"/>
          </a:xfrm>
          <a:prstGeom prst="rect">
            <a:avLst/>
          </a:prstGeom>
          <a:blipFill>
            <a:blip r:embed="rId13">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10000" r="50000" b="-10000"/>
                </a:path>
                <a:tileRect/>
              </a:gradFill>
            </a:fillOverlay>
            <a:innerShdw blurRad="63500" dist="44450" dir="10800000">
              <a:srgbClr val="000000">
                <a:alpha val="45000"/>
              </a:srgbClr>
            </a:inn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Title Placeholder 2"/>
          <p:cNvSpPr>
            <a:spLocks noGrp="1"/>
          </p:cNvSpPr>
          <p:nvPr>
            <p:ph type="title"/>
          </p:nvPr>
        </p:nvSpPr>
        <p:spPr>
          <a:xfrm>
            <a:off x="609600" y="320040"/>
            <a:ext cx="9652000" cy="1143000"/>
          </a:xfrm>
          <a:prstGeom prst="rect">
            <a:avLst/>
          </a:prstGeom>
        </p:spPr>
        <p:txBody>
          <a:bodyPr vert="horz" lIns="45720" tIns="0" rIns="45720" bIns="0" anchor="b" anchorCtr="0">
            <a:normAutofit/>
          </a:bodyPr>
          <a:lstStyle/>
          <a:p>
            <a:r>
              <a:rPr kumimoji="0" lang="en-US"/>
              <a:t>Click to edit Master title style</a:t>
            </a:r>
          </a:p>
        </p:txBody>
      </p:sp>
      <p:sp>
        <p:nvSpPr>
          <p:cNvPr id="31" name="Text Placeholder 30"/>
          <p:cNvSpPr>
            <a:spLocks noGrp="1"/>
          </p:cNvSpPr>
          <p:nvPr>
            <p:ph type="body" idx="1"/>
          </p:nvPr>
        </p:nvSpPr>
        <p:spPr>
          <a:xfrm>
            <a:off x="609600" y="1609416"/>
            <a:ext cx="9652000" cy="48463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7" name="Date Placeholder 26"/>
          <p:cNvSpPr>
            <a:spLocks noGrp="1"/>
          </p:cNvSpPr>
          <p:nvPr>
            <p:ph type="dt" sz="half" idx="2"/>
          </p:nvPr>
        </p:nvSpPr>
        <p:spPr>
          <a:xfrm>
            <a:off x="5661248" y="6557946"/>
            <a:ext cx="2669952" cy="226902"/>
          </a:xfrm>
          <a:prstGeom prst="rect">
            <a:avLst/>
          </a:prstGeom>
        </p:spPr>
        <p:txBody>
          <a:bodyPr vert="horz" tIns="0" bIns="0" anchor="b"/>
          <a:lstStyle>
            <a:lvl1pPr algn="l" eaLnBrk="1" latinLnBrk="0" hangingPunct="1">
              <a:defRPr kumimoji="0" sz="1000">
                <a:solidFill>
                  <a:schemeClr val="tx2"/>
                </a:solidFill>
              </a:defRPr>
            </a:lvl1pPr>
            <a:extLst/>
          </a:lstStyle>
          <a:p>
            <a:fld id="{1C6E12D2-DA3A-480B-BCDF-BFB6C7EBE402}" type="datetimeFigureOut">
              <a:rPr lang="en-US" smtClean="0"/>
              <a:pPr/>
              <a:t>1/31/2021</a:t>
            </a:fld>
            <a:endParaRPr lang="en-US"/>
          </a:p>
        </p:txBody>
      </p:sp>
      <p:sp>
        <p:nvSpPr>
          <p:cNvPr id="4" name="Footer Placeholder 3"/>
          <p:cNvSpPr>
            <a:spLocks noGrp="1"/>
          </p:cNvSpPr>
          <p:nvPr>
            <p:ph type="ftr" sz="quarter" idx="3"/>
          </p:nvPr>
        </p:nvSpPr>
        <p:spPr>
          <a:xfrm>
            <a:off x="609600" y="6557946"/>
            <a:ext cx="4876800" cy="228600"/>
          </a:xfrm>
          <a:prstGeom prst="rect">
            <a:avLst/>
          </a:prstGeom>
        </p:spPr>
        <p:txBody>
          <a:bodyPr vert="horz" tIns="0" bIns="0" anchor="b"/>
          <a:lstStyle>
            <a:lvl1pPr algn="r" eaLnBrk="1" latinLnBrk="0" hangingPunct="1">
              <a:defRPr kumimoji="0" sz="1000">
                <a:solidFill>
                  <a:schemeClr val="tx2"/>
                </a:solidFill>
              </a:defRPr>
            </a:lvl1pPr>
            <a:extLst/>
          </a:lstStyle>
          <a:p>
            <a:endParaRPr lang="en-US"/>
          </a:p>
        </p:txBody>
      </p:sp>
      <p:sp>
        <p:nvSpPr>
          <p:cNvPr id="16" name="Slide Number Placeholder 15"/>
          <p:cNvSpPr>
            <a:spLocks noGrp="1"/>
          </p:cNvSpPr>
          <p:nvPr>
            <p:ph type="sldNum" sz="quarter" idx="4"/>
          </p:nvPr>
        </p:nvSpPr>
        <p:spPr>
          <a:xfrm>
            <a:off x="8335264" y="6556248"/>
            <a:ext cx="784448" cy="228600"/>
          </a:xfrm>
          <a:prstGeom prst="rect">
            <a:avLst/>
          </a:prstGeom>
        </p:spPr>
        <p:txBody>
          <a:bodyPr vert="horz" lIns="0" tIns="0" rIns="0" bIns="0" anchor="b"/>
          <a:lstStyle>
            <a:lvl1pPr algn="r" eaLnBrk="1" latinLnBrk="0" hangingPunct="1">
              <a:defRPr kumimoji="0" sz="1100">
                <a:solidFill>
                  <a:schemeClr val="tx2"/>
                </a:solidFill>
              </a:defRPr>
            </a:lvl1pPr>
            <a:extLst/>
          </a:lstStyle>
          <a:p>
            <a:fld id="{F1BBC3DF-4D3E-4D62-AC24-223E50BCC8DF}"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Lst>
  <p:txStyles>
    <p:titleStyle>
      <a:lvl1pPr algn="l" rtl="0" eaLnBrk="1" latinLnBrk="0" hangingPunct="1">
        <a:spcBef>
          <a:spcPct val="0"/>
        </a:spcBef>
        <a:buNone/>
        <a:defRPr kumimoji="0" sz="3800" b="1" kern="1200" cap="all" baseline="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mj-lt"/>
          <a:ea typeface="+mj-ea"/>
          <a:cs typeface="+mj-cs"/>
        </a:defRPr>
      </a:lvl1pPr>
      <a:extLst/>
    </p:titleStyle>
    <p:body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7D079-2B1B-40AF-AEBC-3D4705E15124}"/>
              </a:ext>
            </a:extLst>
          </p:cNvPr>
          <p:cNvSpPr>
            <a:spLocks noGrp="1"/>
          </p:cNvSpPr>
          <p:nvPr>
            <p:ph type="ctrTitle"/>
          </p:nvPr>
        </p:nvSpPr>
        <p:spPr>
          <a:xfrm>
            <a:off x="2692398" y="2255444"/>
            <a:ext cx="6815669" cy="1515533"/>
          </a:xfrm>
        </p:spPr>
        <p:txBody>
          <a:bodyPr/>
          <a:lstStyle/>
          <a:p>
            <a:r>
              <a:rPr lang="en-US" dirty="0"/>
              <a:t>FOOTWEAR SHOP MANAGEMENT SYSTEM</a:t>
            </a:r>
          </a:p>
        </p:txBody>
      </p:sp>
      <p:sp>
        <p:nvSpPr>
          <p:cNvPr id="3" name="Subtitle 2">
            <a:extLst>
              <a:ext uri="{FF2B5EF4-FFF2-40B4-BE49-F238E27FC236}">
                <a16:creationId xmlns:a16="http://schemas.microsoft.com/office/drawing/2014/main" id="{B9534E64-7AE3-404E-B86A-B8C0536DD8AE}"/>
              </a:ext>
            </a:extLst>
          </p:cNvPr>
          <p:cNvSpPr>
            <a:spLocks noGrp="1"/>
          </p:cNvSpPr>
          <p:nvPr>
            <p:ph type="subTitle" idx="1"/>
          </p:nvPr>
        </p:nvSpPr>
        <p:spPr>
          <a:xfrm>
            <a:off x="2692398" y="3962397"/>
            <a:ext cx="6815669" cy="1320802"/>
          </a:xfrm>
        </p:spPr>
        <p:txBody>
          <a:bodyPr/>
          <a:lstStyle/>
          <a:p>
            <a:endParaRPr lang="en-US" dirty="0"/>
          </a:p>
        </p:txBody>
      </p:sp>
    </p:spTree>
    <p:extLst>
      <p:ext uri="{BB962C8B-B14F-4D97-AF65-F5344CB8AC3E}">
        <p14:creationId xmlns:p14="http://schemas.microsoft.com/office/powerpoint/2010/main" val="1547292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DFE3D-CF41-4632-AEB2-4BE6F92E974B}"/>
              </a:ext>
            </a:extLst>
          </p:cNvPr>
          <p:cNvSpPr>
            <a:spLocks noGrp="1"/>
          </p:cNvSpPr>
          <p:nvPr>
            <p:ph type="title"/>
          </p:nvPr>
        </p:nvSpPr>
        <p:spPr/>
        <p:txBody>
          <a:bodyPr/>
          <a:lstStyle/>
          <a:p>
            <a:r>
              <a:rPr lang="en-US" dirty="0"/>
              <a:t>ABSTRACT</a:t>
            </a:r>
          </a:p>
        </p:txBody>
      </p:sp>
      <p:sp>
        <p:nvSpPr>
          <p:cNvPr id="3" name="Content Placeholder 2">
            <a:extLst>
              <a:ext uri="{FF2B5EF4-FFF2-40B4-BE49-F238E27FC236}">
                <a16:creationId xmlns:a16="http://schemas.microsoft.com/office/drawing/2014/main" id="{5854B835-7BC2-467F-A535-7DE21884A81B}"/>
              </a:ext>
            </a:extLst>
          </p:cNvPr>
          <p:cNvSpPr>
            <a:spLocks noGrp="1"/>
          </p:cNvSpPr>
          <p:nvPr>
            <p:ph idx="1"/>
          </p:nvPr>
        </p:nvSpPr>
        <p:spPr/>
        <p:txBody>
          <a:bodyPr>
            <a:normAutofit fontScale="85000" lnSpcReduction="10000"/>
          </a:bodyPr>
          <a:lstStyle/>
          <a:p>
            <a:pPr marL="0" marR="0" indent="457200">
              <a:lnSpc>
                <a:spcPct val="150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Here we shared Footwear Shop Management System Project Report which is developed using eclipse. The Footwear Shop is a very popular and widely used in many big shoe stores and is used to cater the need of the sales system there. This is software application and is used maintain control most of the activities happening in big stores. This maintains and controls the stock details and does billing and generates various reports.</a:t>
            </a:r>
          </a:p>
          <a:p>
            <a:pPr marL="0" marR="0">
              <a:lnSpc>
                <a:spcPct val="150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Footwear Shop Management System will allow more than one shop owner, to sell various products less than one roof. “Details of products in the stock with product code, brand name, size, quantity” Footwear Shop Management System is inventory software that designed specially to meet the requirements of small and medium sized enterprises, such as shoe stores whole sale or retail. It is easy to create invoice, do inventory control like invoice management, stock balance management, goods item management, goods category management, staff sales records management and staff permission management, backup and restore stock by Shoe Inventory’s user friendly and graphical interface and functionalities. And Shoe Inventory supports full customizable Company info, tax code and value, invoice number etc.</a:t>
            </a:r>
          </a:p>
        </p:txBody>
      </p:sp>
    </p:spTree>
    <p:extLst>
      <p:ext uri="{BB962C8B-B14F-4D97-AF65-F5344CB8AC3E}">
        <p14:creationId xmlns:p14="http://schemas.microsoft.com/office/powerpoint/2010/main" val="14465555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8D01C-8D37-4F3A-B329-D9C66B48A509}"/>
              </a:ext>
            </a:extLst>
          </p:cNvPr>
          <p:cNvSpPr>
            <a:spLocks noGrp="1"/>
          </p:cNvSpPr>
          <p:nvPr>
            <p:ph type="title"/>
          </p:nvPr>
        </p:nvSpPr>
        <p:spPr/>
        <p:txBody>
          <a:bodyPr/>
          <a:lstStyle/>
          <a:p>
            <a:r>
              <a:rPr lang="en-US" sz="1800" b="1" dirty="0">
                <a:effectLst/>
                <a:latin typeface="Times New Roman" panose="02020603050405020304" pitchFamily="18" charset="0"/>
                <a:ea typeface="Calibri" panose="020F0502020204030204" pitchFamily="34" charset="0"/>
              </a:rPr>
              <a:t> HARDWARE SPECFICATION</a:t>
            </a:r>
            <a:endParaRPr lang="en-US" dirty="0"/>
          </a:p>
        </p:txBody>
      </p:sp>
      <p:sp>
        <p:nvSpPr>
          <p:cNvPr id="3" name="Content Placeholder 2">
            <a:extLst>
              <a:ext uri="{FF2B5EF4-FFF2-40B4-BE49-F238E27FC236}">
                <a16:creationId xmlns:a16="http://schemas.microsoft.com/office/drawing/2014/main" id="{D5EC0356-6C79-4D24-998C-29DE6C39D1B9}"/>
              </a:ext>
            </a:extLst>
          </p:cNvPr>
          <p:cNvSpPr>
            <a:spLocks noGrp="1"/>
          </p:cNvSpPr>
          <p:nvPr>
            <p:ph idx="1"/>
          </p:nvPr>
        </p:nvSpPr>
        <p:spPr/>
        <p:txBody>
          <a:bodyPr/>
          <a:lstStyle/>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Processor				:  P 4 700 GHz.</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RAM					:  4 GB RAM</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Hard Disk Drive			:  180 GB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448134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503AC-872F-4E85-AEE2-7A8E7C5BC087}"/>
              </a:ext>
            </a:extLst>
          </p:cNvPr>
          <p:cNvSpPr>
            <a:spLocks noGrp="1"/>
          </p:cNvSpPr>
          <p:nvPr>
            <p:ph type="title"/>
          </p:nvPr>
        </p:nvSpPr>
        <p:spPr/>
        <p:txBody>
          <a:bodyPr/>
          <a:lstStyle/>
          <a:p>
            <a:r>
              <a:rPr lang="en-US" sz="1800" b="1" dirty="0">
                <a:solidFill>
                  <a:srgbClr val="000000"/>
                </a:solidFill>
                <a:effectLst/>
                <a:latin typeface="Times New Roman" panose="02020603050405020304" pitchFamily="18" charset="0"/>
                <a:ea typeface="Times New Roman" panose="02020603050405020304" pitchFamily="18" charset="0"/>
              </a:rPr>
              <a:t> </a:t>
            </a:r>
            <a:r>
              <a:rPr lang="en-US" sz="1800" dirty="0">
                <a:latin typeface="Times New Roman" panose="02020603050405020304" pitchFamily="18" charset="0"/>
                <a:ea typeface="Calibri" panose="020F0502020204030204" pitchFamily="34" charset="0"/>
              </a:rPr>
              <a:t>SOFTWARE SPECIFICATION</a:t>
            </a:r>
            <a:br>
              <a:rPr lang="en-US" sz="1800" dirty="0">
                <a:latin typeface="Times New Roman" panose="02020603050405020304" pitchFamily="18" charset="0"/>
                <a:ea typeface="Calibri" panose="020F0502020204030204" pitchFamily="34" charset="0"/>
              </a:rPr>
            </a:br>
            <a:endParaRPr lang="en-US" sz="1800" dirty="0">
              <a:latin typeface="Times New Roman" panose="02020603050405020304" pitchFamily="18" charset="0"/>
              <a:ea typeface="Calibri" panose="020F0502020204030204" pitchFamily="34" charset="0"/>
            </a:endParaRPr>
          </a:p>
        </p:txBody>
      </p:sp>
      <p:sp>
        <p:nvSpPr>
          <p:cNvPr id="3" name="Content Placeholder 2">
            <a:extLst>
              <a:ext uri="{FF2B5EF4-FFF2-40B4-BE49-F238E27FC236}">
                <a16:creationId xmlns:a16="http://schemas.microsoft.com/office/drawing/2014/main" id="{7F785B1C-3FC4-43FE-88A7-4F680B15B227}"/>
              </a:ext>
            </a:extLst>
          </p:cNvPr>
          <p:cNvSpPr>
            <a:spLocks noGrp="1"/>
          </p:cNvSpPr>
          <p:nvPr>
            <p:ph idx="1"/>
          </p:nvPr>
        </p:nvSpPr>
        <p:spPr/>
        <p:txBody>
          <a:bodyPr/>
          <a:lstStyle/>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Operating System 			:  Windows 7/8/10</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Front End					:  JAVA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Back End					:  SQL</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3000"/>
              </a:lnSpc>
              <a:spcAft>
                <a:spcPts val="1000"/>
              </a:spcAft>
              <a:buNone/>
            </a:pPr>
            <a:br>
              <a:rPr lang="en-US" sz="1800" b="1" dirty="0">
                <a:effectLst/>
                <a:latin typeface="Times New Roman" panose="02020603050405020304" pitchFamily="18" charset="0"/>
                <a:ea typeface="Calibri" panose="020F0502020204030204" pitchFamily="34" charset="0"/>
              </a:rPr>
            </a:b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4478363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6AEBB-53AB-4615-9F17-8505694A5C4F}"/>
              </a:ext>
            </a:extLst>
          </p:cNvPr>
          <p:cNvSpPr>
            <a:spLocks noGrp="1"/>
          </p:cNvSpPr>
          <p:nvPr>
            <p:ph type="title"/>
          </p:nvPr>
        </p:nvSpPr>
        <p:spPr/>
        <p:txBody>
          <a:bodyPr/>
          <a:lstStyle/>
          <a:p>
            <a:r>
              <a:rPr lang="en-US" dirty="0"/>
              <a:t>EXISTING SYSTEM</a:t>
            </a:r>
          </a:p>
        </p:txBody>
      </p:sp>
      <p:sp>
        <p:nvSpPr>
          <p:cNvPr id="3" name="Content Placeholder 2">
            <a:extLst>
              <a:ext uri="{FF2B5EF4-FFF2-40B4-BE49-F238E27FC236}">
                <a16:creationId xmlns:a16="http://schemas.microsoft.com/office/drawing/2014/main" id="{B678DDFF-0C1F-4E6A-A7AF-6FD81C2BA9CF}"/>
              </a:ext>
            </a:extLst>
          </p:cNvPr>
          <p:cNvSpPr>
            <a:spLocks noGrp="1"/>
          </p:cNvSpPr>
          <p:nvPr>
            <p:ph idx="1"/>
          </p:nvPr>
        </p:nvSpPr>
        <p:spPr/>
        <p:txBody>
          <a:bodyPr>
            <a:normAutofit/>
          </a:bodyPr>
          <a:lstStyle/>
          <a:p>
            <a:pPr marL="0" marR="0">
              <a:lnSpc>
                <a:spcPct val="150000"/>
              </a:lnSpc>
              <a:spcBef>
                <a:spcPts val="0"/>
              </a:spcBef>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Here the shop has been handled by manually, so it’s very hard to managing the footwear shop. Each and every purchase and sales can be handling into the paper and managing it. Here there’s an no records have been provided to the owner or manager. These kinds of issues may be happened in the existing system</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50000"/>
              </a:lnSpc>
              <a:spcBef>
                <a:spcPts val="0"/>
              </a:spcBef>
              <a:spcAft>
                <a:spcPts val="10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Disadvantages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No records will be provided by the system</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Man power increases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Very hard to find the stock details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90290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D4710-71A8-410A-85F1-3F6B0BE3FAC7}"/>
              </a:ext>
            </a:extLst>
          </p:cNvPr>
          <p:cNvSpPr>
            <a:spLocks noGrp="1"/>
          </p:cNvSpPr>
          <p:nvPr>
            <p:ph type="title"/>
          </p:nvPr>
        </p:nvSpPr>
        <p:spPr/>
        <p:txBody>
          <a:bodyPr/>
          <a:lstStyle/>
          <a:p>
            <a:r>
              <a:rPr lang="en-US" dirty="0"/>
              <a:t>PROPOSED SYSTEM</a:t>
            </a:r>
          </a:p>
        </p:txBody>
      </p:sp>
      <p:sp>
        <p:nvSpPr>
          <p:cNvPr id="3" name="Content Placeholder 2">
            <a:extLst>
              <a:ext uri="{FF2B5EF4-FFF2-40B4-BE49-F238E27FC236}">
                <a16:creationId xmlns:a16="http://schemas.microsoft.com/office/drawing/2014/main" id="{76E19CB4-FA1C-4ED5-AFF1-B82455ED53A4}"/>
              </a:ext>
            </a:extLst>
          </p:cNvPr>
          <p:cNvSpPr>
            <a:spLocks noGrp="1"/>
          </p:cNvSpPr>
          <p:nvPr>
            <p:ph idx="1"/>
          </p:nvPr>
        </p:nvSpPr>
        <p:spPr/>
        <p:txBody>
          <a:bodyPr>
            <a:normAutofit/>
          </a:bodyPr>
          <a:lstStyle/>
          <a:p>
            <a:pPr marL="0" marR="0">
              <a:lnSpc>
                <a:spcPct val="150000"/>
              </a:lnSpc>
              <a:spcBef>
                <a:spcPts val="0"/>
              </a:spcBef>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Here in this system provide lot of features, like purchase, sales and stock details. Once the admin registered these records can be followed by the system. Here we can provide the details in less minute time.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50000"/>
              </a:lnSpc>
              <a:spcBef>
                <a:spcPts val="0"/>
              </a:spcBef>
              <a:spcAft>
                <a:spcPts val="10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Advantages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Easy to managing the billing details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Easy to get report for stock details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606351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2E879-44E2-4AFC-91C1-A644CA698A8B}"/>
              </a:ext>
            </a:extLst>
          </p:cNvPr>
          <p:cNvSpPr>
            <a:spLocks noGrp="1"/>
          </p:cNvSpPr>
          <p:nvPr>
            <p:ph type="title"/>
          </p:nvPr>
        </p:nvSpPr>
        <p:spPr/>
        <p:txBody>
          <a:bodyPr/>
          <a:lstStyle/>
          <a:p>
            <a:r>
              <a:rPr lang="en-US" dirty="0"/>
              <a:t>Modules</a:t>
            </a:r>
          </a:p>
        </p:txBody>
      </p:sp>
      <p:sp>
        <p:nvSpPr>
          <p:cNvPr id="3" name="Content Placeholder 2">
            <a:extLst>
              <a:ext uri="{FF2B5EF4-FFF2-40B4-BE49-F238E27FC236}">
                <a16:creationId xmlns:a16="http://schemas.microsoft.com/office/drawing/2014/main" id="{C08555ED-5306-4AC3-82F6-94DC618DC81F}"/>
              </a:ext>
            </a:extLst>
          </p:cNvPr>
          <p:cNvSpPr>
            <a:spLocks noGrp="1"/>
          </p:cNvSpPr>
          <p:nvPr>
            <p:ph idx="1"/>
          </p:nvPr>
        </p:nvSpPr>
        <p:spPr/>
        <p:txBody>
          <a:bodyPr>
            <a:normAutofit/>
          </a:bodyPr>
          <a:lstStyle/>
          <a:p>
            <a:pPr marL="0" marR="0" lvl="0" indent="0">
              <a:lnSpc>
                <a:spcPct val="150000"/>
              </a:lnSpc>
              <a:spcBef>
                <a:spcPts val="0"/>
              </a:spcBef>
              <a:spcAft>
                <a:spcPts val="1000"/>
              </a:spcAft>
              <a:buNone/>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Customer Registration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nSpc>
                <a:spcPct val="150000"/>
              </a:lnSpc>
              <a:spcBef>
                <a:spcPts val="0"/>
              </a:spcBef>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This module will be collecting the all the information about the customer, when customer visit or purchase any product admin has collect the customer details and register here,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50000"/>
              </a:lnSpc>
              <a:spcBef>
                <a:spcPts val="0"/>
              </a:spcBef>
              <a:spcAft>
                <a:spcPts val="1000"/>
              </a:spcAft>
              <a:buNone/>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Product Registration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nSpc>
                <a:spcPct val="150000"/>
              </a:lnSpc>
              <a:spcBef>
                <a:spcPts val="0"/>
              </a:spcBef>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This module admin registers the product details, what are the products are available into the footwear shop, once it’s added it will be stored into the product table.</a:t>
            </a:r>
            <a:endParaRPr lang="en-US" sz="1800" dirty="0">
              <a:latin typeface="Calibri" panose="020F0502020204030204" pitchFamily="34" charset="0"/>
              <a:ea typeface="Calibri" panose="020F0502020204030204" pitchFamily="34" charset="0"/>
              <a:cs typeface="Times New Roman" panose="02020603050405020304" pitchFamily="18" charset="0"/>
            </a:endParaRPr>
          </a:p>
          <a:p>
            <a:pPr marL="457200" marR="0" indent="0">
              <a:lnSpc>
                <a:spcPct val="150000"/>
              </a:lnSpc>
              <a:spcBef>
                <a:spcPts val="0"/>
              </a:spcBef>
              <a:spcAft>
                <a:spcPts val="1000"/>
              </a:spcAft>
              <a:buNone/>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Purchase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nSpc>
                <a:spcPct val="150000"/>
              </a:lnSpc>
              <a:spcBef>
                <a:spcPts val="0"/>
              </a:spcBef>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When owner purchasing the product for a shop, it should manage by this module. each and every purchase detail are should be managing here, then only we can maintain the stock details.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150257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0C2D7-81D8-4BA8-8D90-F0EA842C950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B8F9E25-F29C-4FEA-ACB4-6D6057146BE7}"/>
              </a:ext>
            </a:extLst>
          </p:cNvPr>
          <p:cNvSpPr>
            <a:spLocks noGrp="1"/>
          </p:cNvSpPr>
          <p:nvPr>
            <p:ph idx="1"/>
          </p:nvPr>
        </p:nvSpPr>
        <p:spPr/>
        <p:txBody>
          <a:bodyPr>
            <a:normAutofit/>
          </a:bodyPr>
          <a:lstStyle/>
          <a:p>
            <a:pPr marL="0" marR="0" lvl="0" indent="0">
              <a:lnSpc>
                <a:spcPct val="150000"/>
              </a:lnSpc>
              <a:spcBef>
                <a:spcPts val="0"/>
              </a:spcBef>
              <a:spcAft>
                <a:spcPts val="1000"/>
              </a:spcAft>
              <a:buNone/>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Sales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nSpc>
                <a:spcPct val="150000"/>
              </a:lnSpc>
              <a:spcBef>
                <a:spcPts val="0"/>
              </a:spcBef>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This module is act as an when customer purchasing the shoes or anything admin collect the purchase details and sales it. Then it will show the total cost rupees in a sales screen.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50000"/>
              </a:lnSpc>
              <a:spcBef>
                <a:spcPts val="0"/>
              </a:spcBef>
              <a:spcAft>
                <a:spcPts val="1000"/>
              </a:spcAft>
              <a:buNone/>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Stock</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nSpc>
                <a:spcPct val="150000"/>
              </a:lnSpc>
              <a:spcBef>
                <a:spcPts val="0"/>
              </a:spcBef>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This module helps to shown the what are the stocks are available in the shop, we can easily identify the overall stock in the single screen. Also, can able to find the what are the stocks will be close find then can purchase the order.</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50000"/>
              </a:lnSpc>
              <a:spcBef>
                <a:spcPts val="0"/>
              </a:spcBef>
              <a:spcAft>
                <a:spcPts val="1000"/>
              </a:spcAft>
              <a:buNone/>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Billing</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nSpc>
                <a:spcPct val="150000"/>
              </a:lnSpc>
              <a:spcBef>
                <a:spcPts val="0"/>
              </a:spcBef>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This module has to shown the billing details for the footwear shop. We can see the billing detail as a date wise and customer wise. Which can provide the report to the shop</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0241697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0D388-6C07-4546-918A-2B5A67408456}"/>
              </a:ext>
            </a:extLst>
          </p:cNvPr>
          <p:cNvSpPr>
            <a:spLocks noGrp="1"/>
          </p:cNvSpPr>
          <p:nvPr>
            <p:ph type="title"/>
          </p:nvPr>
        </p:nvSpPr>
        <p:spPr/>
        <p:txBody>
          <a:bodyPr/>
          <a:lstStyle/>
          <a:p>
            <a:r>
              <a:rPr lang="en-US" dirty="0"/>
              <a:t>Data Flow Diagram</a:t>
            </a:r>
          </a:p>
        </p:txBody>
      </p:sp>
      <p:sp>
        <p:nvSpPr>
          <p:cNvPr id="3" name="Content Placeholder 2">
            <a:extLst>
              <a:ext uri="{FF2B5EF4-FFF2-40B4-BE49-F238E27FC236}">
                <a16:creationId xmlns:a16="http://schemas.microsoft.com/office/drawing/2014/main" id="{4302C280-D2B7-46AA-9A87-E36DB7A0CB3D}"/>
              </a:ext>
            </a:extLst>
          </p:cNvPr>
          <p:cNvSpPr>
            <a:spLocks noGrp="1"/>
          </p:cNvSpPr>
          <p:nvPr>
            <p:ph idx="1"/>
          </p:nvPr>
        </p:nvSpPr>
        <p:spPr/>
        <p:txBody>
          <a:bodyPr/>
          <a:lstStyle/>
          <a:p>
            <a:r>
              <a:rPr lang="en-US" sz="3600" dirty="0">
                <a:solidFill>
                  <a:schemeClr val="tx2"/>
                </a:solidFill>
                <a:latin typeface="+mj-lt"/>
                <a:ea typeface="+mj-ea"/>
                <a:cs typeface="+mj-cs"/>
              </a:rPr>
              <a:t>Level 0:</a:t>
            </a:r>
          </a:p>
          <a:p>
            <a:pPr marL="0" indent="0">
              <a:buNone/>
            </a:pPr>
            <a:endParaRPr lang="en-US" sz="3600" dirty="0">
              <a:solidFill>
                <a:schemeClr val="bg2"/>
              </a:solidFill>
              <a:latin typeface="+mj-lt"/>
              <a:ea typeface="+mj-ea"/>
              <a:cs typeface="+mj-cs"/>
            </a:endParaRPr>
          </a:p>
          <a:p>
            <a:pPr marL="0" indent="0">
              <a:buNone/>
            </a:pPr>
            <a:endParaRPr lang="en-US" dirty="0"/>
          </a:p>
        </p:txBody>
      </p:sp>
      <p:pic>
        <p:nvPicPr>
          <p:cNvPr id="5" name="Picture 4">
            <a:extLst>
              <a:ext uri="{FF2B5EF4-FFF2-40B4-BE49-F238E27FC236}">
                <a16:creationId xmlns:a16="http://schemas.microsoft.com/office/drawing/2014/main" id="{7429C9B5-912C-4A00-A5D7-ADB77ABD9FCA}"/>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601235" y="3043237"/>
            <a:ext cx="5488678" cy="1939580"/>
          </a:xfrm>
          <a:prstGeom prst="rect">
            <a:avLst/>
          </a:prstGeom>
          <a:noFill/>
          <a:ln>
            <a:noFill/>
          </a:ln>
        </p:spPr>
      </p:pic>
    </p:spTree>
    <p:extLst>
      <p:ext uri="{BB962C8B-B14F-4D97-AF65-F5344CB8AC3E}">
        <p14:creationId xmlns:p14="http://schemas.microsoft.com/office/powerpoint/2010/main" val="3590689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1EEFF-B3ED-40E0-9C29-20B24F396040}"/>
              </a:ext>
            </a:extLst>
          </p:cNvPr>
          <p:cNvSpPr>
            <a:spLocks noGrp="1"/>
          </p:cNvSpPr>
          <p:nvPr>
            <p:ph type="title"/>
          </p:nvPr>
        </p:nvSpPr>
        <p:spPr/>
        <p:txBody>
          <a:bodyPr/>
          <a:lstStyle/>
          <a:p>
            <a:pPr algn="l"/>
            <a:r>
              <a:rPr lang="en-US" dirty="0"/>
              <a:t>Level 1:</a:t>
            </a:r>
          </a:p>
        </p:txBody>
      </p:sp>
      <p:sp>
        <p:nvSpPr>
          <p:cNvPr id="4" name="Content Placeholder 3">
            <a:extLst>
              <a:ext uri="{FF2B5EF4-FFF2-40B4-BE49-F238E27FC236}">
                <a16:creationId xmlns:a16="http://schemas.microsoft.com/office/drawing/2014/main" id="{AD59C6EA-2C27-4DDD-B8FA-B017491828C1}"/>
              </a:ext>
            </a:extLst>
          </p:cNvPr>
          <p:cNvSpPr>
            <a:spLocks noGrp="1"/>
          </p:cNvSpPr>
          <p:nvPr>
            <p:ph idx="1"/>
          </p:nvPr>
        </p:nvSpPr>
        <p:spPr/>
        <p:txBody>
          <a:bodyPr/>
          <a:lstStyle/>
          <a:p>
            <a:endParaRPr lang="en-US"/>
          </a:p>
        </p:txBody>
      </p:sp>
      <p:pic>
        <p:nvPicPr>
          <p:cNvPr id="6" name="Picture 5">
            <a:extLst>
              <a:ext uri="{FF2B5EF4-FFF2-40B4-BE49-F238E27FC236}">
                <a16:creationId xmlns:a16="http://schemas.microsoft.com/office/drawing/2014/main" id="{4770DE17-DE52-4E20-8FED-1D51E460DF35}"/>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124200" y="272732"/>
            <a:ext cx="5943600" cy="6312535"/>
          </a:xfrm>
          <a:prstGeom prst="rect">
            <a:avLst/>
          </a:prstGeom>
          <a:noFill/>
          <a:ln>
            <a:noFill/>
          </a:ln>
        </p:spPr>
      </p:pic>
    </p:spTree>
    <p:extLst>
      <p:ext uri="{BB962C8B-B14F-4D97-AF65-F5344CB8AC3E}">
        <p14:creationId xmlns:p14="http://schemas.microsoft.com/office/powerpoint/2010/main" val="15354048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7B6BD-6029-4719-B606-0057CD8A37CB}"/>
              </a:ext>
            </a:extLst>
          </p:cNvPr>
          <p:cNvSpPr>
            <a:spLocks noGrp="1"/>
          </p:cNvSpPr>
          <p:nvPr>
            <p:ph type="title"/>
          </p:nvPr>
        </p:nvSpPr>
        <p:spPr/>
        <p:txBody>
          <a:bodyPr/>
          <a:lstStyle/>
          <a:p>
            <a:r>
              <a:rPr lang="en-US" dirty="0"/>
              <a:t>Thank You</a:t>
            </a:r>
          </a:p>
        </p:txBody>
      </p:sp>
      <p:sp>
        <p:nvSpPr>
          <p:cNvPr id="3" name="Content Placeholder 2">
            <a:extLst>
              <a:ext uri="{FF2B5EF4-FFF2-40B4-BE49-F238E27FC236}">
                <a16:creationId xmlns:a16="http://schemas.microsoft.com/office/drawing/2014/main" id="{B7A32F1A-EEE9-4FAF-8505-D230D3A96A68}"/>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322466778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pulent">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pulent">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pulent">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gradFill rotWithShape="1">
          <a:gsLst>
            <a:gs pos="0">
              <a:schemeClr val="phClr">
                <a:tint val="78000"/>
                <a:satMod val="220000"/>
              </a:schemeClr>
            </a:gs>
            <a:gs pos="100000">
              <a:schemeClr val="phClr">
                <a:shade val="35000"/>
                <a:satMod val="155000"/>
              </a:schemeClr>
            </a:gs>
          </a:gsLst>
          <a:path path="circle">
            <a:fillToRect l="50000" t="50000" r="50000" b="50000"/>
          </a:path>
        </a:gradFill>
        <a:blipFill>
          <a:blip xmlns:r="http://schemas.openxmlformats.org/officeDocument/2006/relationships" r:embed="rId1">
            <a:duotone>
              <a:schemeClr val="phClr">
                <a:shade val="60000"/>
                <a:satMod val="180000"/>
              </a:schemeClr>
              <a:schemeClr val="phClr">
                <a:tint val="500"/>
                <a:satMod val="150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Opulent</Template>
  <TotalTime>37</TotalTime>
  <Words>660</Words>
  <Application>Microsoft Office PowerPoint</Application>
  <PresentationFormat>Widescreen</PresentationFormat>
  <Paragraphs>41</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Calibri</vt:lpstr>
      <vt:lpstr>Symbol</vt:lpstr>
      <vt:lpstr>Times New Roman</vt:lpstr>
      <vt:lpstr>Trebuchet MS</vt:lpstr>
      <vt:lpstr>Wingdings</vt:lpstr>
      <vt:lpstr>Wingdings 2</vt:lpstr>
      <vt:lpstr>Opulent</vt:lpstr>
      <vt:lpstr>FOOTWEAR SHOP MANAGEMENT SYSTEM</vt:lpstr>
      <vt:lpstr>ABSTRACT</vt:lpstr>
      <vt:lpstr> HARDWARE SPECFICATION</vt:lpstr>
      <vt:lpstr> SOFTWARE SPECIFICATION </vt:lpstr>
      <vt:lpstr>EXISTING SYSTEM</vt:lpstr>
      <vt:lpstr>PROPOSED SYSTEM</vt:lpstr>
      <vt:lpstr>Modules</vt:lpstr>
      <vt:lpstr>PowerPoint Presentation</vt:lpstr>
      <vt:lpstr>Data Flow Diagram</vt:lpstr>
      <vt:lpstr>Level 1:</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COLLEGE VOTING SYSTEM</dc:title>
  <dc:creator>Gokul Balasubramaniyam</dc:creator>
  <cp:lastModifiedBy>Gokul Balasubramaniyam</cp:lastModifiedBy>
  <cp:revision>16</cp:revision>
  <dcterms:created xsi:type="dcterms:W3CDTF">2021-01-26T14:06:30Z</dcterms:created>
  <dcterms:modified xsi:type="dcterms:W3CDTF">2021-01-31T10:33:06Z</dcterms:modified>
</cp:coreProperties>
</file>