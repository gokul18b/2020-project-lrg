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2" d="100"/>
          <a:sy n="72" d="100"/>
        </p:scale>
        <p:origin x="6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F1BBC3DF-4D3E-4D62-AC24-223E50BCC8DF}"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415672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335302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60796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C6E12D2-DA3A-480B-BCDF-BFB6C7EBE402}" type="datetimeFigureOut">
              <a:rPr lang="en-US" smtClean="0"/>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58477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C6E12D2-DA3A-480B-BCDF-BFB6C7EBE402}" type="datetimeFigureOut">
              <a:rPr lang="en-US" smtClean="0"/>
              <a:t>1/31/2021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1BBC3DF-4D3E-4D62-AC24-223E50BCC8DF}"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63952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6E12D2-DA3A-480B-BCDF-BFB6C7EBE402}" type="datetimeFigureOut">
              <a:rPr lang="en-US" smtClean="0"/>
              <a:t>1/31/2021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1BBC3DF-4D3E-4D62-AC24-223E50BCC8DF}"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03760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6E12D2-DA3A-480B-BCDF-BFB6C7EBE402}" type="datetimeFigureOut">
              <a:rPr lang="en-US" smtClean="0"/>
              <a:t>1/31/2021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1BBC3DF-4D3E-4D62-AC24-223E50BCC8DF}" type="slidenum">
              <a:rPr lang="en-US" smtClean="0"/>
              <a:t>‹#›</a:t>
            </a:fld>
            <a:endParaRPr lang="en-US"/>
          </a:p>
        </p:txBody>
      </p:sp>
    </p:spTree>
    <p:extLst>
      <p:ext uri="{BB962C8B-B14F-4D97-AF65-F5344CB8AC3E}">
        <p14:creationId xmlns:p14="http://schemas.microsoft.com/office/powerpoint/2010/main" val="20805161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C6E12D2-DA3A-480B-BCDF-BFB6C7EBE402}" type="datetimeFigureOut">
              <a:rPr lang="en-US" smtClean="0"/>
              <a:t>1/31/2021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567368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1C6E12D2-DA3A-480B-BCDF-BFB6C7EBE402}" type="datetimeFigureOut">
              <a:rPr lang="en-US" smtClean="0"/>
              <a:t>1/31/2021</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F1BBC3DF-4D3E-4D62-AC24-223E50BCC8DF}"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23360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24212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6E12D2-DA3A-480B-BCDF-BFB6C7EBE402}" type="datetimeFigureOut">
              <a:rPr lang="en-US" smtClean="0"/>
              <a:t>1/31/2021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1BBC3DF-4D3E-4D62-AC24-223E50BCC8DF}"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64036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1C6E12D2-DA3A-480B-BCDF-BFB6C7EBE402}" type="datetimeFigureOut">
              <a:rPr lang="en-US" smtClean="0"/>
              <a:t>1/31/2021</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F1BBC3DF-4D3E-4D62-AC24-223E50BCC8DF}"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23954249"/>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079-2B1B-40AF-AEBC-3D4705E15124}"/>
              </a:ext>
            </a:extLst>
          </p:cNvPr>
          <p:cNvSpPr>
            <a:spLocks noGrp="1"/>
          </p:cNvSpPr>
          <p:nvPr>
            <p:ph type="ctrTitle"/>
          </p:nvPr>
        </p:nvSpPr>
        <p:spPr>
          <a:xfrm>
            <a:off x="2692398" y="2255444"/>
            <a:ext cx="6815669" cy="1515533"/>
          </a:xfrm>
        </p:spPr>
        <p:txBody>
          <a:bodyPr>
            <a:normAutofit fontScale="90000"/>
          </a:bodyPr>
          <a:lstStyle/>
          <a:p>
            <a:r>
              <a:rPr lang="en-US" dirty="0"/>
              <a:t>CRIMINAL MANAGEMENT SYSTEM</a:t>
            </a:r>
          </a:p>
        </p:txBody>
      </p:sp>
      <p:sp>
        <p:nvSpPr>
          <p:cNvPr id="3" name="Subtitle 2">
            <a:extLst>
              <a:ext uri="{FF2B5EF4-FFF2-40B4-BE49-F238E27FC236}">
                <a16:creationId xmlns:a16="http://schemas.microsoft.com/office/drawing/2014/main" id="{B9534E64-7AE3-404E-B86A-B8C0536DD8AE}"/>
              </a:ext>
            </a:extLst>
          </p:cNvPr>
          <p:cNvSpPr>
            <a:spLocks noGrp="1"/>
          </p:cNvSpPr>
          <p:nvPr>
            <p:ph type="subTitle" idx="1"/>
          </p:nvPr>
        </p:nvSpPr>
        <p:spPr>
          <a:xfrm>
            <a:off x="2692398" y="3962397"/>
            <a:ext cx="6815669" cy="1320802"/>
          </a:xfrm>
        </p:spPr>
        <p:txBody>
          <a:bodyPr/>
          <a:lstStyle/>
          <a:p>
            <a:endParaRPr lang="en-US" dirty="0"/>
          </a:p>
        </p:txBody>
      </p:sp>
    </p:spTree>
    <p:extLst>
      <p:ext uri="{BB962C8B-B14F-4D97-AF65-F5344CB8AC3E}">
        <p14:creationId xmlns:p14="http://schemas.microsoft.com/office/powerpoint/2010/main" val="15472922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DFE3D-CF41-4632-AEB2-4BE6F92E974B}"/>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5854B835-7BC2-467F-A535-7DE21884A81B}"/>
              </a:ext>
            </a:extLst>
          </p:cNvPr>
          <p:cNvSpPr>
            <a:spLocks noGrp="1"/>
          </p:cNvSpPr>
          <p:nvPr>
            <p:ph idx="1"/>
          </p:nvPr>
        </p:nvSpPr>
        <p:spPr/>
        <p:txBody>
          <a:bodyPr>
            <a:normAutofit fontScale="85000" lnSpcReduction="10000"/>
          </a:bodyPr>
          <a:lstStyle/>
          <a:p>
            <a:pPr marL="0" marR="0" indent="457200">
              <a:lnSpc>
                <a:spcPct val="150000"/>
              </a:lnSpc>
              <a:spcBef>
                <a:spcPts val="0"/>
              </a:spcBef>
              <a:spcAft>
                <a:spcPts val="800"/>
              </a:spcAft>
            </a:pPr>
            <a:r>
              <a:rPr lang="en-US" sz="1800" dirty="0">
                <a:effectLst/>
                <a:latin typeface="Calibri" panose="020F0502020204030204" pitchFamily="34" charset="0"/>
                <a:ea typeface="Calibri" panose="020F0502020204030204" pitchFamily="34" charset="0"/>
                <a:cs typeface="Calibri" panose="020F0502020204030204" pitchFamily="34" charset="0"/>
              </a:rPr>
              <a:t>The Ceramic management system is the process of managing the book center. Here admin is an only one user to managing this software. Which have do process of purchase, sales and provide available book details. A book store has n number of books are available. So, it’s very hard to manage the ceramic shop.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457200">
              <a:lnSpc>
                <a:spcPct val="150000"/>
              </a:lnSpc>
              <a:spcBef>
                <a:spcPts val="0"/>
              </a:spcBef>
              <a:spcAft>
                <a:spcPts val="8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Ceramic shop Management System is the web application to automate all kinds of operations in the ceramic shop. The purpose of this software is to manage the ceramic software in the book store. Generally, it includes the Order Processing, Stock Management and Accounts Management. We developed this software to maintains records of sales, purchase and staff records. This project developed using Java as front end and SQL Server as Back end. Here we are trying to develop such type system which is provide the automation on the any type of the ceramic shop. That means a shop which has the type system which provides the facility to the customers of the shop to purchase the ceramic product from the shop without any complexity.</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465555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8D01C-8D37-4F3A-B329-D9C66B48A509}"/>
              </a:ext>
            </a:extLst>
          </p:cNvPr>
          <p:cNvSpPr>
            <a:spLocks noGrp="1"/>
          </p:cNvSpPr>
          <p:nvPr>
            <p:ph type="title"/>
          </p:nvPr>
        </p:nvSpPr>
        <p:spPr/>
        <p:txBody>
          <a:bodyPr/>
          <a:lstStyle/>
          <a:p>
            <a:r>
              <a:rPr lang="en-US" sz="1800" b="1" dirty="0">
                <a:effectLst/>
                <a:latin typeface="Times New Roman" panose="02020603050405020304" pitchFamily="18" charset="0"/>
                <a:ea typeface="Calibri" panose="020F0502020204030204" pitchFamily="34" charset="0"/>
              </a:rPr>
              <a:t> HARDWARE SPECFICATION</a:t>
            </a:r>
            <a:endParaRPr lang="en-US" dirty="0"/>
          </a:p>
        </p:txBody>
      </p:sp>
      <p:sp>
        <p:nvSpPr>
          <p:cNvPr id="3" name="Content Placeholder 2">
            <a:extLst>
              <a:ext uri="{FF2B5EF4-FFF2-40B4-BE49-F238E27FC236}">
                <a16:creationId xmlns:a16="http://schemas.microsoft.com/office/drawing/2014/main" id="{D5EC0356-6C79-4D24-998C-29DE6C39D1B9}"/>
              </a:ext>
            </a:extLst>
          </p:cNvPr>
          <p:cNvSpPr>
            <a:spLocks noGrp="1"/>
          </p:cNvSpPr>
          <p:nvPr>
            <p:ph idx="1"/>
          </p:nvPr>
        </p:nvSpPr>
        <p:spPr/>
        <p:txBody>
          <a:bodyPr/>
          <a:lstStyle/>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Processor				:  P 4 700 GHz.</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RAM					:  4 GB RAM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SzPts val="1200"/>
              <a:buFont typeface="Wingdings" panose="05000000000000000000" pitchFamily="2" charset="2"/>
              <a:buChar char=""/>
              <a:tabLst>
                <a:tab pos="266700" algn="l"/>
              </a:tabLs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Hard Disk Drive			:  180 GB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4481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03AC-872F-4E85-AEE2-7A8E7C5BC087}"/>
              </a:ext>
            </a:extLst>
          </p:cNvPr>
          <p:cNvSpPr>
            <a:spLocks noGrp="1"/>
          </p:cNvSpPr>
          <p:nvPr>
            <p:ph type="title"/>
          </p:nvPr>
        </p:nvSpPr>
        <p:spPr/>
        <p:txBody>
          <a:bodyPr/>
          <a:lstStyle/>
          <a:p>
            <a:r>
              <a:rPr lang="en-US" sz="1800" b="1" dirty="0">
                <a:solidFill>
                  <a:srgbClr val="000000"/>
                </a:solidFill>
                <a:effectLst/>
                <a:latin typeface="Times New Roman" panose="02020603050405020304" pitchFamily="18" charset="0"/>
                <a:ea typeface="Times New Roman" panose="02020603050405020304" pitchFamily="18" charset="0"/>
              </a:rPr>
              <a:t> SOFTWARE SPECIFICATION</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7F785B1C-3FC4-43FE-88A7-4F680B15B227}"/>
              </a:ext>
            </a:extLst>
          </p:cNvPr>
          <p:cNvSpPr>
            <a:spLocks noGrp="1"/>
          </p:cNvSpPr>
          <p:nvPr>
            <p:ph idx="1"/>
          </p:nvPr>
        </p:nvSpPr>
        <p:spPr/>
        <p:txBody>
          <a:bodyPr/>
          <a:lstStyle/>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7/8/10</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Front End					:  JAVA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Back End					:  SQL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13000"/>
              </a:lnSpc>
              <a:spcAft>
                <a:spcPts val="1000"/>
              </a:spcAft>
            </a:pPr>
            <a:br>
              <a:rPr lang="en-US" sz="1800" b="1" dirty="0">
                <a:effectLst/>
                <a:latin typeface="Times New Roman" panose="02020603050405020304" pitchFamily="18" charset="0"/>
                <a:ea typeface="Calibri" panose="020F0502020204030204" pitchFamily="34" charset="0"/>
              </a:rPr>
            </a:b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24478363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6AEBB-53AB-4615-9F17-8505694A5C4F}"/>
              </a:ext>
            </a:extLst>
          </p:cNvPr>
          <p:cNvSpPr>
            <a:spLocks noGrp="1"/>
          </p:cNvSpPr>
          <p:nvPr>
            <p:ph type="title"/>
          </p:nvPr>
        </p:nvSpPr>
        <p:spPr/>
        <p:txBody>
          <a:bodyPr/>
          <a:lstStyle/>
          <a:p>
            <a:r>
              <a:rPr lang="en-US" dirty="0"/>
              <a:t>EXISTING SYSTEM</a:t>
            </a:r>
          </a:p>
        </p:txBody>
      </p:sp>
      <p:sp>
        <p:nvSpPr>
          <p:cNvPr id="3" name="Content Placeholder 2">
            <a:extLst>
              <a:ext uri="{FF2B5EF4-FFF2-40B4-BE49-F238E27FC236}">
                <a16:creationId xmlns:a16="http://schemas.microsoft.com/office/drawing/2014/main" id="{B678DDFF-0C1F-4E6A-A7AF-6FD81C2BA9CF}"/>
              </a:ext>
            </a:extLst>
          </p:cNvPr>
          <p:cNvSpPr>
            <a:spLocks noGrp="1"/>
          </p:cNvSpPr>
          <p:nvPr>
            <p:ph idx="1"/>
          </p:nvPr>
        </p:nvSpPr>
        <p:spPr/>
        <p:txBody>
          <a:bodyPr>
            <a:normAutofit fontScale="77500" lnSpcReduction="20000"/>
          </a:bodyPr>
          <a:lstStyle/>
          <a:p>
            <a:pPr marL="0" marR="0">
              <a:lnSpc>
                <a:spcPct val="150000"/>
              </a:lnSpc>
              <a:spcBef>
                <a:spcPts val="0"/>
              </a:spcBef>
              <a:spcAft>
                <a:spcPts val="10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present, the Wholesale and Retail outlets are working under manual management. The client uses MS Excel, all records related to Products, Sales, Suppliers, Orders, Payment are stored in excel files. there is lot of duplicate work, and chance of mistake. When the records are changed, they need to update each and every excel file. In case of Customer records, all information related to customers and the product which the customer has purchased is to be stored in the Customers excel files. If the changes in the customer profile (like Phone no., Address) occur, excel file must be updated.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Disadvantages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To manage the whole data, the person maintaining records has to take great pain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Various excel files has to be maintained for each separate process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There is no option to find previous saved records. There is no security; anybody can access any report and sensitive data.</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0290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2D4710-71A8-410A-85F1-3F6B0BE3FAC7}"/>
              </a:ext>
            </a:extLst>
          </p:cNvPr>
          <p:cNvSpPr>
            <a:spLocks noGrp="1"/>
          </p:cNvSpPr>
          <p:nvPr>
            <p:ph type="title"/>
          </p:nvPr>
        </p:nvSpPr>
        <p:spPr/>
        <p:txBody>
          <a:bodyPr/>
          <a:lstStyle/>
          <a:p>
            <a:r>
              <a:rPr lang="en-US" dirty="0"/>
              <a:t>PROPOSED SYSTEM</a:t>
            </a:r>
          </a:p>
        </p:txBody>
      </p:sp>
      <p:sp>
        <p:nvSpPr>
          <p:cNvPr id="3" name="Content Placeholder 2">
            <a:extLst>
              <a:ext uri="{FF2B5EF4-FFF2-40B4-BE49-F238E27FC236}">
                <a16:creationId xmlns:a16="http://schemas.microsoft.com/office/drawing/2014/main" id="{76E19CB4-FA1C-4ED5-AFF1-B82455ED53A4}"/>
              </a:ext>
            </a:extLst>
          </p:cNvPr>
          <p:cNvSpPr>
            <a:spLocks noGrp="1"/>
          </p:cNvSpPr>
          <p:nvPr>
            <p:ph idx="1"/>
          </p:nvPr>
        </p:nvSpPr>
        <p:spPr/>
        <p:txBody>
          <a:bodyPr>
            <a:normAutofit fontScale="70000" lnSpcReduction="20000"/>
          </a:bodyPr>
          <a:lstStyle/>
          <a:p>
            <a:pPr marL="0" marR="0">
              <a:lnSpc>
                <a:spcPct val="150000"/>
              </a:lnSpc>
              <a:spcBef>
                <a:spcPts val="0"/>
              </a:spcBef>
              <a:spcAft>
                <a:spcPts val="1000"/>
              </a:spcAft>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This ceramic Shop Management System is used to overcome the entire problem which they are facing currently, and making manual system to computerized system. -</a:t>
            </a:r>
            <a:br>
              <a:rPr lang="en-US" sz="1800" dirty="0">
                <a:effectLst/>
                <a:latin typeface="Calibri" panose="020F0502020204030204" pitchFamily="34" charset="0"/>
                <a:ea typeface="Calibri" panose="020F0502020204030204" pitchFamily="34" charset="0"/>
                <a:cs typeface="Calibri" panose="020F0502020204030204" pitchFamily="34" charset="0"/>
              </a:rPr>
            </a:b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Purposed ceramic shop management system should help the customers query whether a product in a stock the user can query the availability of a product. The objective and scope of my Project Ceramic Shop Management System is to record the details various activities of user. It simplifies the task and reduce the paper work. Ceramic store management system should generate sales statistics for any period.</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50000"/>
              </a:lnSpc>
              <a:spcBef>
                <a:spcPts val="0"/>
              </a:spcBef>
              <a:spcAft>
                <a:spcPts val="1000"/>
              </a:spcAft>
            </a:pPr>
            <a:r>
              <a:rPr lang="en-US" sz="1800" b="1"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Advantages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If customer request for the product and the product is not currently sold by the ceramic shop, then the customer is asked to enter the full detail of the product details for procurement of the ceramic by the ceramic shop.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50000"/>
              </a:lnSpc>
              <a:spcBef>
                <a:spcPts val="0"/>
              </a:spcBef>
              <a:spcAft>
                <a:spcPts val="1000"/>
              </a:spcAft>
              <a:buFont typeface="Symbol" panose="05050102010706020507" pitchFamily="18" charset="2"/>
              <a:buChar char=""/>
            </a:pPr>
            <a:r>
              <a:rPr lang="en-U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If the requested product  is in stock, the exact number of copies available and the rack number in which the book is located should be displayed.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606351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2E879-44E2-4AFC-91C1-A644CA698A8B}"/>
              </a:ext>
            </a:extLst>
          </p:cNvPr>
          <p:cNvSpPr>
            <a:spLocks noGrp="1"/>
          </p:cNvSpPr>
          <p:nvPr>
            <p:ph type="title"/>
          </p:nvPr>
        </p:nvSpPr>
        <p:spPr/>
        <p:txBody>
          <a:bodyPr/>
          <a:lstStyle/>
          <a:p>
            <a:r>
              <a:rPr lang="en-US" dirty="0"/>
              <a:t>Modules</a:t>
            </a:r>
          </a:p>
        </p:txBody>
      </p:sp>
      <p:sp>
        <p:nvSpPr>
          <p:cNvPr id="3" name="Content Placeholder 2">
            <a:extLst>
              <a:ext uri="{FF2B5EF4-FFF2-40B4-BE49-F238E27FC236}">
                <a16:creationId xmlns:a16="http://schemas.microsoft.com/office/drawing/2014/main" id="{C08555ED-5306-4AC3-82F6-94DC618DC81F}"/>
              </a:ext>
            </a:extLst>
          </p:cNvPr>
          <p:cNvSpPr>
            <a:spLocks noGrp="1"/>
          </p:cNvSpPr>
          <p:nvPr>
            <p:ph idx="1"/>
          </p:nvPr>
        </p:nvSpPr>
        <p:spPr/>
        <p:txBody>
          <a:bodyPr>
            <a:normAutofit fontScale="85000" lnSpcReduction="20000"/>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Customer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will be collecting the all the information about the customer, when customer visit or purchase any product admin has collect the customer details and register here,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Product Registration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admin registers the product details, what are the products are available into the ceramic shop, once it’s added it will be stored into the product table.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Purchase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owner purchasing the product for a shop, it should manage by this module. each and every purchase detail are should be managing here, then only we can maintain the stock details.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215025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0C2D7-81D8-4BA8-8D90-F0EA842C950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8F9E25-F29C-4FEA-ACB4-6D6057146BE7}"/>
              </a:ext>
            </a:extLst>
          </p:cNvPr>
          <p:cNvSpPr>
            <a:spLocks noGrp="1"/>
          </p:cNvSpPr>
          <p:nvPr>
            <p:ph idx="1"/>
          </p:nvPr>
        </p:nvSpPr>
        <p:spPr/>
        <p:txBody>
          <a:bodyPr>
            <a:normAutofit fontScale="85000" lnSpcReduction="20000"/>
          </a:bodyPr>
          <a:lstStyle/>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Sales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is act as an when customer purchasing the ceramic products or anything admin collect the purchase details and sales it. Then it will show the total cost rupees in a sales screen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Stock</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helps to shown the what are the stocks are available in the shop, we can easily identify the overall stock in the single screen. Also, can able to find the what are the stocks will be close find then can purchase the order.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nSpc>
                <a:spcPct val="150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Billing</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marR="0" indent="457200">
              <a:lnSpc>
                <a:spcPct val="150000"/>
              </a:lnSpc>
              <a:spcBef>
                <a:spcPts val="0"/>
              </a:spcBef>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module has to show the billing details for the ceramic shop. We can see the billing detail as a date wise and customer wise. Which can provide the report to the shop</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241697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0D388-6C07-4546-918A-2B5A67408456}"/>
              </a:ext>
            </a:extLst>
          </p:cNvPr>
          <p:cNvSpPr>
            <a:spLocks noGrp="1"/>
          </p:cNvSpPr>
          <p:nvPr>
            <p:ph type="title"/>
          </p:nvPr>
        </p:nvSpPr>
        <p:spPr/>
        <p:txBody>
          <a:bodyPr/>
          <a:lstStyle/>
          <a:p>
            <a:r>
              <a:rPr lang="en-US" dirty="0"/>
              <a:t>Data Flow Diagram</a:t>
            </a:r>
          </a:p>
        </p:txBody>
      </p:sp>
      <p:sp>
        <p:nvSpPr>
          <p:cNvPr id="3" name="Content Placeholder 2">
            <a:extLst>
              <a:ext uri="{FF2B5EF4-FFF2-40B4-BE49-F238E27FC236}">
                <a16:creationId xmlns:a16="http://schemas.microsoft.com/office/drawing/2014/main" id="{4302C280-D2B7-46AA-9A87-E36DB7A0CB3D}"/>
              </a:ext>
            </a:extLst>
          </p:cNvPr>
          <p:cNvSpPr>
            <a:spLocks noGrp="1"/>
          </p:cNvSpPr>
          <p:nvPr>
            <p:ph idx="1"/>
          </p:nvPr>
        </p:nvSpPr>
        <p:spPr/>
        <p:txBody>
          <a:bodyPr/>
          <a:lstStyle/>
          <a:p>
            <a:r>
              <a:rPr lang="en-US" dirty="0"/>
              <a:t>Level 0</a:t>
            </a:r>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1D330444-AC66-4C85-89CE-D67F76316B4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662487" y="3043237"/>
            <a:ext cx="5011600" cy="1820311"/>
          </a:xfrm>
          <a:prstGeom prst="rect">
            <a:avLst/>
          </a:prstGeom>
          <a:noFill/>
          <a:ln>
            <a:noFill/>
          </a:ln>
        </p:spPr>
      </p:pic>
    </p:spTree>
    <p:extLst>
      <p:ext uri="{BB962C8B-B14F-4D97-AF65-F5344CB8AC3E}">
        <p14:creationId xmlns:p14="http://schemas.microsoft.com/office/powerpoint/2010/main" val="3590689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EEFF-B3ED-40E0-9C29-20B24F396040}"/>
              </a:ext>
            </a:extLst>
          </p:cNvPr>
          <p:cNvSpPr>
            <a:spLocks noGrp="1"/>
          </p:cNvSpPr>
          <p:nvPr>
            <p:ph type="title"/>
          </p:nvPr>
        </p:nvSpPr>
        <p:spPr/>
        <p:txBody>
          <a:bodyPr/>
          <a:lstStyle/>
          <a:p>
            <a:pPr algn="l"/>
            <a:r>
              <a:rPr lang="en-US" dirty="0"/>
              <a:t>Level 1:</a:t>
            </a:r>
          </a:p>
        </p:txBody>
      </p:sp>
      <p:sp>
        <p:nvSpPr>
          <p:cNvPr id="4" name="Content Placeholder 3">
            <a:extLst>
              <a:ext uri="{FF2B5EF4-FFF2-40B4-BE49-F238E27FC236}">
                <a16:creationId xmlns:a16="http://schemas.microsoft.com/office/drawing/2014/main" id="{FC6B2A41-8BA7-4457-B56B-0BD7843B31A3}"/>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1EB2C670-7CF5-4446-9018-E830DDE9D131}"/>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00474" y="85725"/>
            <a:ext cx="6536221" cy="6686550"/>
          </a:xfrm>
          <a:prstGeom prst="rect">
            <a:avLst/>
          </a:prstGeom>
          <a:noFill/>
          <a:ln>
            <a:noFill/>
          </a:ln>
        </p:spPr>
      </p:pic>
    </p:spTree>
    <p:extLst>
      <p:ext uri="{BB962C8B-B14F-4D97-AF65-F5344CB8AC3E}">
        <p14:creationId xmlns:p14="http://schemas.microsoft.com/office/powerpoint/2010/main" val="15354048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7B6BD-6029-4719-B606-0057CD8A37CB}"/>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B7A32F1A-EEE9-4FAF-8505-D230D3A96A68}"/>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322466778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35</TotalTime>
  <Words>843</Words>
  <Application>Microsoft Office PowerPoint</Application>
  <PresentationFormat>Widescreen</PresentationFormat>
  <Paragraphs>41</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Gill Sans MT</vt:lpstr>
      <vt:lpstr>Symbol</vt:lpstr>
      <vt:lpstr>Times New Roman</vt:lpstr>
      <vt:lpstr>Wingdings</vt:lpstr>
      <vt:lpstr>Gallery</vt:lpstr>
      <vt:lpstr>CRIMINAL MANAGEMENT SYSTEM</vt:lpstr>
      <vt:lpstr>ABSTRACT</vt:lpstr>
      <vt:lpstr> HARDWARE SPECFICATION</vt:lpstr>
      <vt:lpstr> SOFTWARE SPECIFICATION </vt:lpstr>
      <vt:lpstr>EXISTING SYSTEM</vt:lpstr>
      <vt:lpstr>PROPOSED SYSTEM</vt:lpstr>
      <vt:lpstr>Modules</vt:lpstr>
      <vt:lpstr>PowerPoint Presentation</vt:lpstr>
      <vt:lpstr>Data Flow Diagram</vt:lpstr>
      <vt:lpstr>Level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COLLEGE VOTING SYSTEM</dc:title>
  <dc:creator>Gokul Balasubramaniyam</dc:creator>
  <cp:lastModifiedBy>Gokul Balasubramaniyam</cp:lastModifiedBy>
  <cp:revision>8</cp:revision>
  <dcterms:created xsi:type="dcterms:W3CDTF">2021-01-26T14:06:30Z</dcterms:created>
  <dcterms:modified xsi:type="dcterms:W3CDTF">2021-01-31T10:35:44Z</dcterms:modified>
</cp:coreProperties>
</file>